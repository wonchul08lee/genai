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6" r:id="rId2"/>
    <p:sldId id="297" r:id="rId3"/>
    <p:sldId id="298" r:id="rId4"/>
    <p:sldId id="299" r:id="rId5"/>
    <p:sldId id="300" r:id="rId6"/>
    <p:sldId id="301" r:id="rId7"/>
    <p:sldId id="302" r:id="rId8"/>
    <p:sldId id="303" r:id="rId9"/>
    <p:sldId id="310" r:id="rId10"/>
    <p:sldId id="309" r:id="rId11"/>
    <p:sldId id="304" r:id="rId12"/>
    <p:sldId id="306" r:id="rId13"/>
    <p:sldId id="307" r:id="rId14"/>
    <p:sldId id="308" r:id="rId15"/>
    <p:sldId id="305" r:id="rId16"/>
    <p:sldId id="315" r:id="rId17"/>
    <p:sldId id="312" r:id="rId18"/>
    <p:sldId id="317" r:id="rId19"/>
    <p:sldId id="316" r:id="rId20"/>
    <p:sldId id="323" r:id="rId21"/>
    <p:sldId id="313" r:id="rId22"/>
    <p:sldId id="314" r:id="rId23"/>
    <p:sldId id="319" r:id="rId24"/>
    <p:sldId id="318" r:id="rId25"/>
    <p:sldId id="311" r:id="rId26"/>
    <p:sldId id="322" r:id="rId27"/>
    <p:sldId id="321" r:id="rId28"/>
    <p:sldId id="279" r:id="rId29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만든 이" initials="오전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C1F4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33" autoAdjust="0"/>
    <p:restoredTop sz="94607" autoAdjust="0"/>
  </p:normalViewPr>
  <p:slideViewPr>
    <p:cSldViewPr snapToGrid="0">
      <p:cViewPr varScale="1">
        <p:scale>
          <a:sx n="85" d="100"/>
          <a:sy n="85" d="100"/>
        </p:scale>
        <p:origin x="360" y="72"/>
      </p:cViewPr>
      <p:guideLst/>
    </p:cSldViewPr>
  </p:slideViewPr>
  <p:outlineViewPr>
    <p:cViewPr>
      <p:scale>
        <a:sx n="33" d="100"/>
        <a:sy n="33" d="100"/>
      </p:scale>
      <p:origin x="0" y="-1739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3" d="100"/>
          <a:sy n="123" d="100"/>
        </p:scale>
        <p:origin x="497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0C352C7-1016-4D1A-9D3E-2095A1002F91}" type="datetime4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2025년 11월 27일</a:t>
            </a:fld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682C0B10-7CAE-41E4-AB02-7E8B1FF2B898}" type="slidenum">
              <a:rPr lang="en-ZA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ZA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17870AF-1C7D-40B6-B679-6F8254403883}" type="datetime4">
              <a:rPr lang="ko-KR" altLang="en-US" smtClean="0"/>
              <a:pPr/>
              <a:t>2025년 11월 27일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ZA" noProof="0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  <a:endParaRPr lang="ko-KR" altLang="en-ZA" noProof="0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8649DAF-093F-4482-AA38-346E9A2DEE94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6813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ZA" altLang="ko-KR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35545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649DAF-093F-4482-AA38-346E9A2DEE94}" type="slidenum">
              <a:rPr lang="en-ZA" altLang="ko-KR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163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그림 개체 틀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 rtlCol="0"/>
          <a:lstStyle>
            <a:lvl1pPr marL="0" indent="0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여기에 이미지 삽입 또는 끌어서 놓기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768422"/>
            <a:ext cx="6840000" cy="2387600"/>
          </a:xfrm>
          <a:solidFill>
            <a:schemeClr val="tx1">
              <a:alpha val="80000"/>
            </a:schemeClr>
          </a:solidFill>
        </p:spPr>
        <p:txBody>
          <a:bodyPr lIns="432000" rIns="432000" bIns="144000" rtlCol="0" anchor="b"/>
          <a:lstStyle>
            <a:lvl1pPr algn="l">
              <a:defRPr sz="4200" spc="-150">
                <a:solidFill>
                  <a:schemeClr val="bg1"/>
                </a:solidFill>
              </a:defRPr>
            </a:lvl1pPr>
          </a:lstStyle>
          <a:p>
            <a:pPr rtl="0"/>
            <a:r>
              <a:rPr lang="ko-KR" altLang="en-US" noProof="0" dirty="0"/>
              <a:t>클릭하여 마스터 편집 </a:t>
            </a:r>
            <a:br>
              <a:rPr lang="ko-KR" altLang="en-US" noProof="0" dirty="0"/>
            </a:br>
            <a:r>
              <a:rPr lang="ko-KR" altLang="en-US" noProof="0" dirty="0"/>
              <a:t>제목 스타일</a:t>
            </a:r>
            <a:endParaRPr lang="ko-KR" altLang="en-ZA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6840000" cy="936000"/>
          </a:xfrm>
          <a:solidFill>
            <a:schemeClr val="tx1">
              <a:alpha val="90000"/>
            </a:schemeClr>
          </a:solidFill>
        </p:spPr>
        <p:txBody>
          <a:bodyPr lIns="432000" tIns="144000" rtlCol="0"/>
          <a:lstStyle>
            <a:lvl1pPr marL="0" indent="0" algn="l"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474E1F0E-A827-4F38-BAAB-5D5831E0813A}"/>
              </a:ext>
            </a:extLst>
          </p:cNvPr>
          <p:cNvSpPr/>
          <p:nvPr userDrawn="1"/>
        </p:nvSpPr>
        <p:spPr>
          <a:xfrm>
            <a:off x="0" y="6771286"/>
            <a:ext cx="12192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B7D9229-CE8B-44FD-B1E6-2FE619F40B4F}"/>
              </a:ext>
            </a:extLst>
          </p:cNvPr>
          <p:cNvSpPr/>
          <p:nvPr userDrawn="1"/>
        </p:nvSpPr>
        <p:spPr>
          <a:xfrm>
            <a:off x="0" y="0"/>
            <a:ext cx="12192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683AF15-88E9-4D75-9D5E-7E4924887E91}"/>
              </a:ext>
            </a:extLst>
          </p:cNvPr>
          <p:cNvSpPr/>
          <p:nvPr userDrawn="1"/>
        </p:nvSpPr>
        <p:spPr>
          <a:xfrm rot="5400000">
            <a:off x="-3385643" y="3385642"/>
            <a:ext cx="6858001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3B18E46-480F-48E8-9675-259D3D06A00D}"/>
              </a:ext>
            </a:extLst>
          </p:cNvPr>
          <p:cNvSpPr/>
          <p:nvPr userDrawn="1"/>
        </p:nvSpPr>
        <p:spPr>
          <a:xfrm rot="5400000">
            <a:off x="8719643" y="3385643"/>
            <a:ext cx="6858000" cy="867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그림 개체 틀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4" y="86714"/>
            <a:ext cx="6009285" cy="6684572"/>
          </a:xfrm>
          <a:solidFill>
            <a:schemeClr val="bg1">
              <a:lumMod val="85000"/>
            </a:schemeClr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여기에 이미지 삽입 또는 끌어서 놓기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86714"/>
            <a:ext cx="6009287" cy="4068402"/>
          </a:xfrm>
          <a:solidFill>
            <a:schemeClr val="tx1">
              <a:alpha val="80000"/>
            </a:schemeClr>
          </a:solidFill>
        </p:spPr>
        <p:txBody>
          <a:bodyPr lIns="288000" rIns="432000" bIns="144000" rtlCol="0" anchor="b"/>
          <a:lstStyle>
            <a:lvl1pPr algn="r">
              <a:defRPr sz="42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 </a:t>
            </a:r>
            <a:br>
              <a:rPr lang="ko-KR" altLang="en-US" noProof="0" dirty="0"/>
            </a:br>
            <a:r>
              <a:rPr lang="ko-KR" altLang="en-US" noProof="0" dirty="0"/>
              <a:t>마스터 제목 스타일</a:t>
            </a:r>
            <a:endParaRPr lang="ko-KR" altLang="en-ZA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4152672"/>
            <a:ext cx="6009287" cy="1818422"/>
          </a:xfrm>
          <a:solidFill>
            <a:schemeClr val="bg1">
              <a:lumMod val="95000"/>
              <a:alpha val="80000"/>
            </a:schemeClr>
          </a:solidFill>
        </p:spPr>
        <p:txBody>
          <a:bodyPr lIns="288000" tIns="144000" rIns="432000" rtlCol="0"/>
          <a:lstStyle>
            <a:lvl1pPr marL="0" indent="0" algn="r">
              <a:buNone/>
              <a:defRPr sz="21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ZA" noProof="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719228" y="6049533"/>
            <a:ext cx="432000" cy="432000"/>
          </a:xfrm>
          <a:prstGeom prst="ellipse">
            <a:avLst/>
          </a:prstGeo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6" name="텍스트 상자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5861957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rtl="0"/>
            <a:endParaRPr lang="ko-KR" alt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4743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큰 이미지 및 텍스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4000" y="3517901"/>
            <a:ext cx="6012000" cy="1409700"/>
          </a:xfrm>
          <a:solidFill>
            <a:schemeClr val="tx1"/>
          </a:solidFill>
        </p:spPr>
        <p:txBody>
          <a:bodyPr lIns="288000" rIns="432000" bIns="144000" rtlCol="0" anchor="b"/>
          <a:lstStyle>
            <a:lvl1pPr algn="r">
              <a:defRPr sz="4200" spc="-15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 dirty="0"/>
              <a:t>클릭하여 편집 </a:t>
            </a:r>
            <a:br>
              <a:rPr lang="ko-KR" altLang="en-US" noProof="0" dirty="0"/>
            </a:br>
            <a:r>
              <a:rPr lang="ko-KR" altLang="en-US" noProof="0" dirty="0"/>
              <a:t>마스터 제목 스타일</a:t>
            </a:r>
            <a:endParaRPr lang="ko-KR" altLang="en-ZA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000" y="4927600"/>
            <a:ext cx="6012000" cy="1845743"/>
          </a:xfrm>
          <a:solidFill>
            <a:schemeClr val="tx1">
              <a:lumMod val="85000"/>
              <a:lumOff val="15000"/>
            </a:schemeClr>
          </a:solidFill>
        </p:spPr>
        <p:txBody>
          <a:bodyPr lIns="288000" tIns="144000" rIns="432000" rtlCol="0"/>
          <a:lstStyle>
            <a:lvl1pPr marL="0" indent="0" algn="r">
              <a:buNone/>
              <a:defRPr sz="21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ZA" noProof="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9994FE7-F6B5-D34D-B846-52B81F6F601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0719228" y="6049533"/>
            <a:ext cx="432000" cy="432000"/>
          </a:xfrm>
          <a:prstGeom prst="ellipse">
            <a:avLst/>
          </a:prstGeo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6" name="텍스트 상자 5">
            <a:extLst>
              <a:ext uri="{FF2B5EF4-FFF2-40B4-BE49-F238E27FC236}">
                <a16:creationId xmlns:a16="http://schemas.microsoft.com/office/drawing/2014/main" id="{6989E631-FFE0-4842-9C8D-2977AD46DA07}"/>
              </a:ext>
            </a:extLst>
          </p:cNvPr>
          <p:cNvSpPr txBox="1"/>
          <p:nvPr userDrawn="1"/>
        </p:nvSpPr>
        <p:spPr>
          <a:xfrm>
            <a:off x="5861957" y="661307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rtl="0"/>
            <a:endParaRPr lang="ko-KR" altLang="en-US" sz="1200" noProof="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그림 개체 틀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4000" y="86714"/>
            <a:ext cx="6009285" cy="3431187"/>
          </a:xfrm>
          <a:solidFill>
            <a:srgbClr val="333333"/>
          </a:solidFill>
        </p:spPr>
        <p:txBody>
          <a:bodyPr lIns="0" tIns="0" rtlCol="0" anchor="ctr"/>
          <a:lstStyle>
            <a:lvl1pPr marL="0" indent="0" algn="ctr">
              <a:buNone/>
              <a:defRPr sz="1100" i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여기에 이미지 삽입 또는 끌어서 놓기</a:t>
            </a: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ED5F0C9D-A08F-4539-BA26-61D24BBE6E9A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464300" y="1152000"/>
            <a:ext cx="5307700" cy="4680000"/>
          </a:xfrm>
        </p:spPr>
        <p:txBody>
          <a:bodyPr rtlCol="0" anchor="b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607283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11340000" cy="468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ZA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1999" y="6188628"/>
            <a:ext cx="8784941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19228" y="6049533"/>
            <a:ext cx="432000" cy="432000"/>
          </a:xfrm>
          <a:prstGeom prst="ellipse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10216425" y="538864"/>
            <a:ext cx="46736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10678141" y="849218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10717367" y="620572"/>
            <a:ext cx="250689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11064926" y="78160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11152527" y="3820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11545452" y="1030689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11756248" y="2475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11448108" y="631127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11668879" y="824433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10094502" y="901548"/>
            <a:ext cx="579699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10871770" y="1202556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11512604" y="1484835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10291662" y="1614015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11586107" y="2015428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152000"/>
            <a:ext cx="5472000" cy="5040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1999" y="6188628"/>
            <a:ext cx="8784941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19228" y="6049533"/>
            <a:ext cx="432000" cy="432000"/>
          </a:xfrm>
          <a:prstGeom prst="ellipse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152525"/>
            <a:ext cx="5472113" cy="5038725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3600000" cy="503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1999" y="6188628"/>
            <a:ext cx="8784941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19228" y="6049533"/>
            <a:ext cx="432000" cy="432000"/>
          </a:xfrm>
          <a:prstGeom prst="ellipse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01550" y="1152000"/>
            <a:ext cx="3600450" cy="5038725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171550" y="1152000"/>
            <a:ext cx="3600450" cy="5038725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152000"/>
            <a:ext cx="2160000" cy="503925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1999" y="6188628"/>
            <a:ext cx="8784941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19228" y="6049533"/>
            <a:ext cx="432000" cy="432000"/>
          </a:xfrm>
          <a:prstGeom prst="ellipse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152525"/>
            <a:ext cx="2160588" cy="5038725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152525"/>
            <a:ext cx="2160588" cy="5038725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148060"/>
            <a:ext cx="2160588" cy="5038725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152525"/>
            <a:ext cx="2160588" cy="5038725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디지털 제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5F6D6B0F-FF8B-4D60-B712-A57904D5502C}"/>
              </a:ext>
            </a:extLst>
          </p:cNvPr>
          <p:cNvSpPr/>
          <p:nvPr userDrawn="1"/>
        </p:nvSpPr>
        <p:spPr>
          <a:xfrm rot="19260823">
            <a:off x="10216425" y="538864"/>
            <a:ext cx="467362" cy="344458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FFF5FB50-33B5-4195-92D6-70891F240926}"/>
              </a:ext>
            </a:extLst>
          </p:cNvPr>
          <p:cNvSpPr/>
          <p:nvPr userDrawn="1"/>
        </p:nvSpPr>
        <p:spPr>
          <a:xfrm rot="20377627">
            <a:off x="10678141" y="849218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EECD958F-56E9-4A3B-9C25-D5970592C848}"/>
              </a:ext>
            </a:extLst>
          </p:cNvPr>
          <p:cNvSpPr/>
          <p:nvPr userDrawn="1"/>
        </p:nvSpPr>
        <p:spPr>
          <a:xfrm rot="19260823">
            <a:off x="10717367" y="620572"/>
            <a:ext cx="250689" cy="18476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72F4FF18-9272-43AF-912E-B1CF8BF148D4}"/>
              </a:ext>
            </a:extLst>
          </p:cNvPr>
          <p:cNvSpPr/>
          <p:nvPr userDrawn="1"/>
        </p:nvSpPr>
        <p:spPr>
          <a:xfrm rot="19810388">
            <a:off x="11064926" y="78160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AE9C7EB4-9E81-4394-8C2C-A54BBD15B51D}"/>
              </a:ext>
            </a:extLst>
          </p:cNvPr>
          <p:cNvSpPr/>
          <p:nvPr userDrawn="1"/>
        </p:nvSpPr>
        <p:spPr>
          <a:xfrm rot="18277851">
            <a:off x="11152527" y="3820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FE681EC0-A139-4B14-89E8-F237CB63D4C9}"/>
              </a:ext>
            </a:extLst>
          </p:cNvPr>
          <p:cNvSpPr/>
          <p:nvPr userDrawn="1"/>
        </p:nvSpPr>
        <p:spPr>
          <a:xfrm rot="20761418">
            <a:off x="11545452" y="1030689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87F87648-ABB4-4C97-BB6D-58342407E9DF}"/>
              </a:ext>
            </a:extLst>
          </p:cNvPr>
          <p:cNvSpPr/>
          <p:nvPr userDrawn="1"/>
        </p:nvSpPr>
        <p:spPr>
          <a:xfrm rot="17315293">
            <a:off x="11756248" y="247552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자유형: 도형 30">
            <a:extLst>
              <a:ext uri="{FF2B5EF4-FFF2-40B4-BE49-F238E27FC236}">
                <a16:creationId xmlns:a16="http://schemas.microsoft.com/office/drawing/2014/main" id="{0802EFEB-F4DF-4501-91AA-173B60EBBBAA}"/>
              </a:ext>
            </a:extLst>
          </p:cNvPr>
          <p:cNvSpPr/>
          <p:nvPr userDrawn="1"/>
        </p:nvSpPr>
        <p:spPr>
          <a:xfrm rot="20082236">
            <a:off x="11448108" y="631127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109FE51D-8E02-4ED7-862B-5CF838F7F77F}"/>
              </a:ext>
            </a:extLst>
          </p:cNvPr>
          <p:cNvSpPr/>
          <p:nvPr userDrawn="1"/>
        </p:nvSpPr>
        <p:spPr>
          <a:xfrm rot="19879732">
            <a:off x="11668879" y="824433"/>
            <a:ext cx="216995" cy="159931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4ECB9E40-5923-4571-9C8E-D7412C1283B2}"/>
              </a:ext>
            </a:extLst>
          </p:cNvPr>
          <p:cNvSpPr/>
          <p:nvPr userDrawn="1"/>
        </p:nvSpPr>
        <p:spPr>
          <a:xfrm rot="328041">
            <a:off x="10094502" y="901548"/>
            <a:ext cx="579699" cy="606799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  <a:gd name="connsiteX0" fmla="*/ 487806 w 487806"/>
              <a:gd name="connsiteY0" fmla="*/ 171848 h 510610"/>
              <a:gd name="connsiteX1" fmla="*/ 308036 w 487806"/>
              <a:gd name="connsiteY1" fmla="*/ 510610 h 510610"/>
              <a:gd name="connsiteX2" fmla="*/ 0 w 487806"/>
              <a:gd name="connsiteY2" fmla="*/ 0 h 510610"/>
              <a:gd name="connsiteX3" fmla="*/ 487806 w 487806"/>
              <a:gd name="connsiteY3" fmla="*/ 171848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7806" h="510610">
                <a:moveTo>
                  <a:pt x="487806" y="171848"/>
                </a:moveTo>
                <a:lnTo>
                  <a:pt x="308036" y="510610"/>
                </a:lnTo>
                <a:lnTo>
                  <a:pt x="0" y="0"/>
                </a:lnTo>
                <a:lnTo>
                  <a:pt x="487806" y="17184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E46052C9-826B-47AC-9F6B-3078D4F43748}"/>
              </a:ext>
            </a:extLst>
          </p:cNvPr>
          <p:cNvSpPr/>
          <p:nvPr userDrawn="1"/>
        </p:nvSpPr>
        <p:spPr>
          <a:xfrm>
            <a:off x="10871770" y="1202556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자유형: 도형 34">
            <a:extLst>
              <a:ext uri="{FF2B5EF4-FFF2-40B4-BE49-F238E27FC236}">
                <a16:creationId xmlns:a16="http://schemas.microsoft.com/office/drawing/2014/main" id="{0C3867F5-4C6F-48BE-9DFF-9046D1FE6771}"/>
              </a:ext>
            </a:extLst>
          </p:cNvPr>
          <p:cNvSpPr/>
          <p:nvPr userDrawn="1"/>
        </p:nvSpPr>
        <p:spPr>
          <a:xfrm rot="20761418">
            <a:off x="11512604" y="1484835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7B0CB40F-9E6F-457D-9C1F-9769BC3AE13E}"/>
              </a:ext>
            </a:extLst>
          </p:cNvPr>
          <p:cNvSpPr/>
          <p:nvPr userDrawn="1"/>
        </p:nvSpPr>
        <p:spPr>
          <a:xfrm rot="1160487">
            <a:off x="10291662" y="1614015"/>
            <a:ext cx="316887" cy="233554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0 w 692798"/>
              <a:gd name="connsiteY2" fmla="*/ 0 h 510610"/>
              <a:gd name="connsiteX3" fmla="*/ 692798 w 692798"/>
              <a:gd name="connsiteY3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0FCD03E7-2128-4C04-A914-409506646A76}"/>
              </a:ext>
            </a:extLst>
          </p:cNvPr>
          <p:cNvSpPr/>
          <p:nvPr userDrawn="1"/>
        </p:nvSpPr>
        <p:spPr>
          <a:xfrm rot="803026">
            <a:off x="11586107" y="2015428"/>
            <a:ext cx="162256" cy="119587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0725BC56-C7B6-400F-80F9-3F968E2CAE0E}"/>
              </a:ext>
            </a:extLst>
          </p:cNvPr>
          <p:cNvGrpSpPr/>
          <p:nvPr userDrawn="1"/>
        </p:nvGrpSpPr>
        <p:grpSpPr>
          <a:xfrm>
            <a:off x="3383603" y="1013721"/>
            <a:ext cx="7749965" cy="5100743"/>
            <a:chOff x="510812" y="938373"/>
            <a:chExt cx="8073393" cy="5313612"/>
          </a:xfrm>
        </p:grpSpPr>
        <p:sp>
          <p:nvSpPr>
            <p:cNvPr id="44" name="모서리가 둥근 직사각형 15">
              <a:extLst>
                <a:ext uri="{FF2B5EF4-FFF2-40B4-BE49-F238E27FC236}">
                  <a16:creationId xmlns:a16="http://schemas.microsoft.com/office/drawing/2014/main" id="{1EC806EC-A1B2-4893-9504-1D7FFE8E238F}"/>
                </a:ext>
              </a:extLst>
            </p:cNvPr>
            <p:cNvSpPr/>
            <p:nvPr/>
          </p:nvSpPr>
          <p:spPr>
            <a:xfrm>
              <a:off x="877709" y="938373"/>
              <a:ext cx="7339600" cy="5234482"/>
            </a:xfrm>
            <a:prstGeom prst="round2SameRect">
              <a:avLst>
                <a:gd name="adj1" fmla="val 5601"/>
                <a:gd name="adj2" fmla="val 0"/>
              </a:avLst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5" name="모서리가 둥근 직사각형 15">
              <a:extLst>
                <a:ext uri="{FF2B5EF4-FFF2-40B4-BE49-F238E27FC236}">
                  <a16:creationId xmlns:a16="http://schemas.microsoft.com/office/drawing/2014/main" id="{535A1B12-6F16-41A0-A6B1-4AD0CCB5A081}"/>
                </a:ext>
              </a:extLst>
            </p:cNvPr>
            <p:cNvSpPr/>
            <p:nvPr/>
          </p:nvSpPr>
          <p:spPr>
            <a:xfrm>
              <a:off x="930758" y="995668"/>
              <a:ext cx="7233502" cy="5177187"/>
            </a:xfrm>
            <a:prstGeom prst="round2SameRect">
              <a:avLst>
                <a:gd name="adj1" fmla="val 4499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6" name="직사각형: 둥근 모서리 45">
              <a:extLst>
                <a:ext uri="{FF2B5EF4-FFF2-40B4-BE49-F238E27FC236}">
                  <a16:creationId xmlns:a16="http://schemas.microsoft.com/office/drawing/2014/main" id="{379B244F-CF81-4500-A78E-495ABA6828BA}"/>
                </a:ext>
              </a:extLst>
            </p:cNvPr>
            <p:cNvSpPr/>
            <p:nvPr/>
          </p:nvSpPr>
          <p:spPr>
            <a:xfrm rot="16200000">
              <a:off x="2264894" y="295974"/>
              <a:ext cx="4565229" cy="6599909"/>
            </a:xfrm>
            <a:prstGeom prst="roundRect">
              <a:avLst>
                <a:gd name="adj" fmla="val 1476"/>
              </a:avLst>
            </a:prstGeom>
            <a:solidFill>
              <a:schemeClr val="bg1"/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7" name="모서리가 둥근 직사각형 15">
              <a:extLst>
                <a:ext uri="{FF2B5EF4-FFF2-40B4-BE49-F238E27FC236}">
                  <a16:creationId xmlns:a16="http://schemas.microsoft.com/office/drawing/2014/main" id="{EE88F157-E260-486F-937E-C18428699861}"/>
                </a:ext>
              </a:extLst>
            </p:cNvPr>
            <p:cNvSpPr/>
            <p:nvPr/>
          </p:nvSpPr>
          <p:spPr>
            <a:xfrm rot="10800000">
              <a:off x="510812" y="5998253"/>
              <a:ext cx="8073393" cy="248975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3175">
              <a:solidFill>
                <a:schemeClr val="accent1"/>
              </a:solidFill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8" name="모서리가 둥근 직사각형 15">
              <a:extLst>
                <a:ext uri="{FF2B5EF4-FFF2-40B4-BE49-F238E27FC236}">
                  <a16:creationId xmlns:a16="http://schemas.microsoft.com/office/drawing/2014/main" id="{F736AFAF-44AD-47CE-A63B-210102A4BF0B}"/>
                </a:ext>
              </a:extLst>
            </p:cNvPr>
            <p:cNvSpPr/>
            <p:nvPr userDrawn="1"/>
          </p:nvSpPr>
          <p:spPr>
            <a:xfrm>
              <a:off x="3668019" y="6206338"/>
              <a:ext cx="1758981" cy="4564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chemeClr val="tx1">
                    <a:alpha val="0"/>
                  </a:schemeClr>
                </a:gs>
                <a:gs pos="100000">
                  <a:schemeClr val="tx1">
                    <a:alpha val="31000"/>
                  </a:schemeClr>
                </a:gs>
              </a:gsLst>
              <a:lin ang="16200000" scaled="0"/>
            </a:gra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A4F6457E-3660-4E80-82BC-8894D701DEE9}"/>
                </a:ext>
              </a:extLst>
            </p:cNvPr>
            <p:cNvSpPr/>
            <p:nvPr/>
          </p:nvSpPr>
          <p:spPr>
            <a:xfrm rot="16200000">
              <a:off x="4660498" y="1119143"/>
              <a:ext cx="48680" cy="486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0" name="타원 49">
              <a:extLst>
                <a:ext uri="{FF2B5EF4-FFF2-40B4-BE49-F238E27FC236}">
                  <a16:creationId xmlns:a16="http://schemas.microsoft.com/office/drawing/2014/main" id="{88230416-7E55-4CB0-9548-491BA471E9E8}"/>
                </a:ext>
              </a:extLst>
            </p:cNvPr>
            <p:cNvSpPr/>
            <p:nvPr/>
          </p:nvSpPr>
          <p:spPr>
            <a:xfrm rot="16200000">
              <a:off x="4505961" y="1106017"/>
              <a:ext cx="83096" cy="83096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FE3C1810-AD4F-4393-928E-CFA8053A2CC2}"/>
                </a:ext>
              </a:extLst>
            </p:cNvPr>
            <p:cNvSpPr/>
            <p:nvPr/>
          </p:nvSpPr>
          <p:spPr>
            <a:xfrm rot="16200000">
              <a:off x="4524686" y="1124741"/>
              <a:ext cx="45647" cy="4564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3175">
              <a:noFill/>
            </a:ln>
            <a:scene3d>
              <a:camera prst="isometricLeftDown">
                <a:rot lat="0" lon="0" rev="0"/>
              </a:camera>
              <a:lightRig rig="threePt" dir="t"/>
            </a:scene3d>
            <a:sp3d extrusionH="63500">
              <a:bevelT w="0" h="0"/>
              <a:bevelB w="0" h="444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 lang="ko-KR" altLang="en-ZA" noProof="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000" y="1152000"/>
            <a:ext cx="2951603" cy="2196235"/>
          </a:xfrm>
        </p:spPr>
        <p:txBody>
          <a:bodyPr rtlCol="0" anchor="b"/>
          <a:lstStyle>
            <a:lvl1pPr marL="0" indent="0"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542925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809625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076325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 dirty="0"/>
              <a:t>여기에 강조 표시된 텍스트 삽입</a:t>
            </a:r>
            <a:endParaRPr lang="ko-KR" altLang="en-ZA" noProof="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ZA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1999" y="6188628"/>
            <a:ext cx="8784941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19228" y="6049533"/>
            <a:ext cx="432000" cy="432000"/>
          </a:xfrm>
          <a:prstGeom prst="ellipse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8C1EA41E-F6C4-484F-95E9-42978FF21625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092796" y="1376357"/>
            <a:ext cx="6333545" cy="4379625"/>
          </a:xfrm>
          <a:prstGeom prst="roundRect">
            <a:avLst>
              <a:gd name="adj" fmla="val 13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rtlCol="0" anchor="ctr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100" i="1">
                <a:latin typeface="맑은 고딕" panose="020B0503020000020004" pitchFamily="50" charset="-127"/>
                <a:ea typeface="맑은 고딕" panose="020B0503020000020004" pitchFamily="50" charset="-127"/>
                <a:cs typeface="Times New Roman" panose="02020603050405020304" pitchFamily="18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noProof="0" dirty="0"/>
              <a:t>여기에 이미지 삽입 또는 끌어서 놓기</a:t>
            </a:r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5FD3B7C-17C6-4327-986C-A8A6D6EC1B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800" y="3509766"/>
            <a:ext cx="2951163" cy="2322709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3336286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큰 번호 옵션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730F7266-25A0-4B3A-A8CE-F083ECC9D4C6}"/>
              </a:ext>
            </a:extLst>
          </p:cNvPr>
          <p:cNvSpPr/>
          <p:nvPr userDrawn="1"/>
        </p:nvSpPr>
        <p:spPr>
          <a:xfrm>
            <a:off x="0" y="2539992"/>
            <a:ext cx="5373076" cy="4318008"/>
          </a:xfrm>
          <a:custGeom>
            <a:avLst/>
            <a:gdLst>
              <a:gd name="connsiteX0" fmla="*/ 4972877 w 5373076"/>
              <a:gd name="connsiteY0" fmla="*/ 1816430 h 4318008"/>
              <a:gd name="connsiteX1" fmla="*/ 5211912 w 5373076"/>
              <a:gd name="connsiteY1" fmla="*/ 2046590 h 4318008"/>
              <a:gd name="connsiteX2" fmla="*/ 4866804 w 5373076"/>
              <a:gd name="connsiteY2" fmla="*/ 2013272 h 4318008"/>
              <a:gd name="connsiteX3" fmla="*/ 3721849 w 5373076"/>
              <a:gd name="connsiteY3" fmla="*/ 1808102 h 4318008"/>
              <a:gd name="connsiteX4" fmla="*/ 3854624 w 5373076"/>
              <a:gd name="connsiteY4" fmla="*/ 2524110 h 4318008"/>
              <a:gd name="connsiteX5" fmla="*/ 3419634 w 5373076"/>
              <a:gd name="connsiteY5" fmla="*/ 2322178 h 4318008"/>
              <a:gd name="connsiteX6" fmla="*/ 3604566 w 5373076"/>
              <a:gd name="connsiteY6" fmla="*/ 1945430 h 4318008"/>
              <a:gd name="connsiteX7" fmla="*/ 2301472 w 5373076"/>
              <a:gd name="connsiteY7" fmla="*/ 1771765 h 4318008"/>
              <a:gd name="connsiteX8" fmla="*/ 3237442 w 5373076"/>
              <a:gd name="connsiteY8" fmla="*/ 2134997 h 4318008"/>
              <a:gd name="connsiteX9" fmla="*/ 3266331 w 5373076"/>
              <a:gd name="connsiteY9" fmla="*/ 2949530 h 4318008"/>
              <a:gd name="connsiteX10" fmla="*/ 1897852 w 5373076"/>
              <a:gd name="connsiteY10" fmla="*/ 4318008 h 4318008"/>
              <a:gd name="connsiteX11" fmla="*/ 134565 w 5373076"/>
              <a:gd name="connsiteY11" fmla="*/ 4318008 h 4318008"/>
              <a:gd name="connsiteX12" fmla="*/ 0 w 5373076"/>
              <a:gd name="connsiteY12" fmla="*/ 4183443 h 4318008"/>
              <a:gd name="connsiteX13" fmla="*/ 0 w 5373076"/>
              <a:gd name="connsiteY13" fmla="*/ 2855805 h 4318008"/>
              <a:gd name="connsiteX14" fmla="*/ 5243699 w 5373076"/>
              <a:gd name="connsiteY14" fmla="*/ 652159 h 4318008"/>
              <a:gd name="connsiteX15" fmla="*/ 5058767 w 5373076"/>
              <a:gd name="connsiteY15" fmla="*/ 1028908 h 4318008"/>
              <a:gd name="connsiteX16" fmla="*/ 4960786 w 5373076"/>
              <a:gd name="connsiteY16" fmla="*/ 983422 h 4318008"/>
              <a:gd name="connsiteX17" fmla="*/ 3473588 w 5373076"/>
              <a:gd name="connsiteY17" fmla="*/ 405712 h 4318008"/>
              <a:gd name="connsiteX18" fmla="*/ 4094196 w 5373076"/>
              <a:gd name="connsiteY18" fmla="*/ 1366894 h 4318008"/>
              <a:gd name="connsiteX19" fmla="*/ 3778134 w 5373076"/>
              <a:gd name="connsiteY19" fmla="*/ 1741309 h 4318008"/>
              <a:gd name="connsiteX20" fmla="*/ 2824519 w 5373076"/>
              <a:gd name="connsiteY20" fmla="*/ 1808100 h 4318008"/>
              <a:gd name="connsiteX21" fmla="*/ 4454991 w 5373076"/>
              <a:gd name="connsiteY21" fmla="*/ 0 h 4318008"/>
              <a:gd name="connsiteX22" fmla="*/ 5373076 w 5373076"/>
              <a:gd name="connsiteY22" fmla="*/ 32358 h 4318008"/>
              <a:gd name="connsiteX23" fmla="*/ 4628717 w 5373076"/>
              <a:gd name="connsiteY23" fmla="*/ 1349015 h 4318008"/>
              <a:gd name="connsiteX24" fmla="*/ 4094010 w 5373076"/>
              <a:gd name="connsiteY24" fmla="*/ 779481 h 431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5373076" h="4318008">
                <a:moveTo>
                  <a:pt x="4972877" y="1816430"/>
                </a:moveTo>
                <a:lnTo>
                  <a:pt x="5211912" y="2046590"/>
                </a:lnTo>
                <a:lnTo>
                  <a:pt x="4866804" y="2013272"/>
                </a:lnTo>
                <a:close/>
                <a:moveTo>
                  <a:pt x="3721849" y="1808102"/>
                </a:moveTo>
                <a:lnTo>
                  <a:pt x="3854624" y="2524110"/>
                </a:lnTo>
                <a:lnTo>
                  <a:pt x="3419634" y="2322178"/>
                </a:lnTo>
                <a:lnTo>
                  <a:pt x="3604566" y="1945430"/>
                </a:lnTo>
                <a:close/>
                <a:moveTo>
                  <a:pt x="2301472" y="1771765"/>
                </a:moveTo>
                <a:lnTo>
                  <a:pt x="3237442" y="2134997"/>
                </a:lnTo>
                <a:lnTo>
                  <a:pt x="3266331" y="2949530"/>
                </a:lnTo>
                <a:lnTo>
                  <a:pt x="1897852" y="4318008"/>
                </a:lnTo>
                <a:lnTo>
                  <a:pt x="134565" y="4318008"/>
                </a:lnTo>
                <a:lnTo>
                  <a:pt x="0" y="4183443"/>
                </a:lnTo>
                <a:lnTo>
                  <a:pt x="0" y="2855805"/>
                </a:lnTo>
                <a:close/>
                <a:moveTo>
                  <a:pt x="5243699" y="652159"/>
                </a:moveTo>
                <a:lnTo>
                  <a:pt x="5058767" y="1028908"/>
                </a:lnTo>
                <a:lnTo>
                  <a:pt x="4960786" y="983422"/>
                </a:lnTo>
                <a:close/>
                <a:moveTo>
                  <a:pt x="3473588" y="405712"/>
                </a:moveTo>
                <a:lnTo>
                  <a:pt x="4094196" y="1366894"/>
                </a:lnTo>
                <a:lnTo>
                  <a:pt x="3778134" y="1741309"/>
                </a:lnTo>
                <a:lnTo>
                  <a:pt x="2824519" y="1808100"/>
                </a:lnTo>
                <a:close/>
                <a:moveTo>
                  <a:pt x="4454991" y="0"/>
                </a:moveTo>
                <a:lnTo>
                  <a:pt x="5373076" y="32358"/>
                </a:lnTo>
                <a:lnTo>
                  <a:pt x="4628717" y="1349015"/>
                </a:lnTo>
                <a:lnTo>
                  <a:pt x="4094010" y="77948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40EE479C-D1F6-4BAC-80D2-90EF74E3261A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2238F2-C6EC-476F-8371-119AECBA5622}"/>
              </a:ext>
            </a:extLst>
          </p:cNvPr>
          <p:cNvSpPr>
            <a:spLocks noGrp="1"/>
          </p:cNvSpPr>
          <p:nvPr userDrawn="1">
            <p:ph sz="half" idx="1"/>
          </p:nvPr>
        </p:nvSpPr>
        <p:spPr>
          <a:xfrm>
            <a:off x="906843" y="3429050"/>
            <a:ext cx="4522314" cy="2762949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9E47D86-FD0D-44D0-9B7F-9EDEBD11F9D6}"/>
              </a:ext>
            </a:extLst>
          </p:cNvPr>
          <p:cNvSpPr>
            <a:spLocks noGrp="1"/>
          </p:cNvSpPr>
          <p:nvPr userDrawn="1">
            <p:ph type="ftr" sz="quarter" idx="10"/>
          </p:nvPr>
        </p:nvSpPr>
        <p:spPr>
          <a:xfrm>
            <a:off x="431999" y="6188628"/>
            <a:ext cx="8784941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A29F8B3-4723-4928-83E5-76C29D05F2FE}"/>
              </a:ext>
            </a:extLst>
          </p:cNvPr>
          <p:cNvSpPr>
            <a:spLocks noGrp="1"/>
          </p:cNvSpPr>
          <p:nvPr userDrawn="1">
            <p:ph type="sldNum" sz="quarter" idx="11"/>
          </p:nvPr>
        </p:nvSpPr>
        <p:spPr>
          <a:xfrm>
            <a:off x="10719228" y="6049533"/>
            <a:ext cx="432000" cy="432000"/>
          </a:xfrm>
          <a:prstGeom prst="ellipse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7867C73D-EE16-41D1-B7CE-A35C765E3B8D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6774740" y="3429000"/>
            <a:ext cx="4522407" cy="2762250"/>
          </a:xfrm>
        </p:spPr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FEF984BB-176D-4924-ADAD-52FBC95B07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6463" y="2278063"/>
            <a:ext cx="4522787" cy="885825"/>
          </a:xfrm>
        </p:spPr>
        <p:txBody>
          <a:bodyPr rtlCol="0" anchor="ctr"/>
          <a:lstStyle>
            <a:lvl1pPr marL="0" indent="0">
              <a:buNone/>
              <a:defRPr sz="80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indent="0">
              <a:buNone/>
              <a:defRPr sz="8000">
                <a:latin typeface="+mj-lt"/>
              </a:defRPr>
            </a:lvl2pPr>
            <a:lvl3pPr marL="542925" indent="0">
              <a:buNone/>
              <a:defRPr sz="8000">
                <a:latin typeface="+mj-lt"/>
              </a:defRPr>
            </a:lvl3pPr>
            <a:lvl4pPr marL="809625" indent="0">
              <a:buNone/>
              <a:defRPr sz="8000">
                <a:latin typeface="+mj-lt"/>
              </a:defRPr>
            </a:lvl4pPr>
            <a:lvl5pPr marL="1076325" indent="0">
              <a:buNone/>
              <a:defRPr sz="8000">
                <a:latin typeface="+mj-lt"/>
              </a:defRPr>
            </a:lvl5pPr>
          </a:lstStyle>
          <a:p>
            <a:pPr lvl="0" rtl="0"/>
            <a:r>
              <a:rPr lang="en-US" altLang="ko-KR" noProof="0" dirty="0"/>
              <a:t>1</a:t>
            </a:r>
            <a:endParaRPr lang="ko-KR" altLang="en-ZA" noProof="0" dirty="0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C59BE1D7-885A-4749-99BA-6909D64AFA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62750" y="2278063"/>
            <a:ext cx="4522787" cy="885825"/>
          </a:xfrm>
        </p:spPr>
        <p:txBody>
          <a:bodyPr rtlCol="0" anchor="ctr"/>
          <a:lstStyle>
            <a:lvl1pPr marL="0" indent="0">
              <a:buNone/>
              <a:defRPr sz="8000" b="1" i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en-US" altLang="ko-KR" noProof="0" dirty="0"/>
              <a:t>2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317644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88DD7-6DAF-436D-B04A-EBCCAA369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ZA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5472000" cy="360000"/>
          </a:xfrm>
        </p:spPr>
        <p:txBody>
          <a:bodyPr rtlCol="0" anchor="t"/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584000"/>
            <a:ext cx="5472000" cy="4608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9337FD81-6DFD-43B7-A7D9-59E45ECDF3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1999" y="6188628"/>
            <a:ext cx="8784941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F17B7460-0559-435A-9C2F-1B12BC6CE18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19228" y="6049533"/>
            <a:ext cx="432000" cy="432000"/>
          </a:xfrm>
          <a:prstGeom prst="ellipse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1584325"/>
            <a:ext cx="5472113" cy="4606925"/>
          </a:xfrm>
        </p:spPr>
        <p:txBody>
          <a:bodyPr rtlCol="0"/>
          <a:lstStyle/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152525"/>
            <a:ext cx="5472000" cy="358775"/>
          </a:xfrm>
        </p:spPr>
        <p:txBody>
          <a:bodyPr rtlCol="0"/>
          <a:lstStyle>
            <a:lvl1pPr marL="0" indent="0">
              <a:buNone/>
              <a:defRPr sz="2400" b="1"/>
            </a:lvl1pPr>
          </a:lstStyle>
          <a:p>
            <a:pPr lvl="0" rtl="0"/>
            <a:r>
              <a:rPr lang="ko-KR" altLang="en-US" noProof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390986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열 상자 표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ZA" noProof="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4396" y="2463936"/>
            <a:ext cx="3726003" cy="3314545"/>
          </a:xfrm>
          <a:prstGeom prst="rightArrowCallout">
            <a:avLst>
              <a:gd name="adj1" fmla="val 50000"/>
              <a:gd name="adj2" fmla="val 25000"/>
              <a:gd name="adj3" fmla="val 15421"/>
              <a:gd name="adj4" fmla="val 80487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1999" y="6188628"/>
            <a:ext cx="8784941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ko-KR" altLang="en-US"/>
              <a:t>바닥글 추가</a:t>
            </a:r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19228" y="6049533"/>
            <a:ext cx="432000" cy="432000"/>
          </a:xfrm>
          <a:prstGeom prst="ellipse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19B51A1E-902D-48AF-9020-955120F399B6}" type="slidenum">
              <a:rPr lang="en-ZA" altLang="ko-KR" smtClean="0"/>
              <a:pPr/>
              <a:t>‹#›</a:t>
            </a:fld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6A38E24-EB1C-472F-B631-5DF32F9C4CF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13985" y="2463801"/>
            <a:ext cx="3726469" cy="3314200"/>
          </a:xfrm>
          <a:prstGeom prst="rightArrowCallout">
            <a:avLst>
              <a:gd name="adj1" fmla="val 50000"/>
              <a:gd name="adj2" fmla="val 25000"/>
              <a:gd name="adj3" fmla="val 16186"/>
              <a:gd name="adj4" fmla="val 80493"/>
            </a:avLst>
          </a:prstGeom>
          <a:solidFill>
            <a:schemeClr val="bg1">
              <a:lumMod val="95000"/>
            </a:schemeClr>
          </a:solidFill>
        </p:spPr>
        <p:txBody>
          <a:bodyPr lIns="180000" tIns="180000" rIns="180000"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5B4A252E-78C9-4F76-98A4-A4B580AD072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83985" y="2463801"/>
            <a:ext cx="2963619" cy="3314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180000" tIns="180000" rIns="180000"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lvl="0" rtl="0"/>
            <a:r>
              <a:rPr lang="ko-KR" altLang="en-US" noProof="0"/>
              <a:t>마스터 텍스트 스타일 편집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  <a:endParaRPr lang="ko-KR" altLang="en-ZA" noProof="0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F8E9D1B9-1C3A-4397-B3B4-9A921D64159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하위 머리글​​</a:t>
            </a:r>
            <a:endParaRPr lang="ko-KR" altLang="en-ZA" noProof="0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1B4F049D-3C57-44BB-ACE2-1363AF36D9E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4236" y="1647240"/>
            <a:ext cx="2975578" cy="648000"/>
          </a:xfrm>
          <a:ln>
            <a:solidFill>
              <a:schemeClr val="accent1"/>
            </a:solidFill>
          </a:ln>
        </p:spPr>
        <p:txBody>
          <a:bodyPr tIns="108000" rtlCol="0" anchor="t"/>
          <a:lstStyle>
            <a:lvl1pPr marL="0" indent="0"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indent="0" algn="ctr">
              <a:buNone/>
              <a:defRPr/>
            </a:lvl2pPr>
            <a:lvl3pPr marL="542925" indent="0" algn="ctr">
              <a:buNone/>
              <a:defRPr/>
            </a:lvl3pPr>
            <a:lvl4pPr marL="809625" indent="0" algn="ctr">
              <a:buNone/>
              <a:defRPr/>
            </a:lvl4pPr>
            <a:lvl5pPr marL="1076325" indent="0" algn="ctr">
              <a:buNone/>
              <a:defRPr/>
            </a:lvl5pPr>
          </a:lstStyle>
          <a:p>
            <a:pPr lvl="0" rtl="0"/>
            <a:r>
              <a:rPr lang="ko-KR" altLang="en-US" noProof="0" dirty="0"/>
              <a:t>구역 </a:t>
            </a:r>
            <a:r>
              <a:rPr lang="en-US" altLang="ko-KR" noProof="0" dirty="0"/>
              <a:t>1 </a:t>
            </a:r>
            <a:r>
              <a:rPr lang="ko-KR" altLang="en-US" noProof="0" dirty="0"/>
              <a:t>제목</a:t>
            </a:r>
            <a:endParaRPr lang="ko-KR" altLang="en-ZA" noProof="0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FB9B793F-A64B-475C-96F3-FB40100E01E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608336" y="1647040"/>
            <a:ext cx="2975578" cy="648000"/>
          </a:xfrm>
          <a:ln>
            <a:solidFill>
              <a:schemeClr val="accent2"/>
            </a:solidFill>
          </a:ln>
        </p:spPr>
        <p:txBody>
          <a:bodyPr tIns="108000" rtlCol="0" anchor="t"/>
          <a:lstStyle>
            <a:lvl1pPr marL="0" indent="0"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 dirty="0"/>
              <a:t>구역 </a:t>
            </a:r>
            <a:r>
              <a:rPr lang="en-US" altLang="ko-KR" noProof="0" dirty="0"/>
              <a:t>2 </a:t>
            </a:r>
            <a:r>
              <a:rPr lang="ko-KR" altLang="en-US" noProof="0" dirty="0"/>
              <a:t>제목</a:t>
            </a:r>
            <a:endParaRPr lang="ko-KR" altLang="en-ZA" noProof="0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0EF53567-5287-43FB-B07E-A12F3AEEDB9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483986" y="1647240"/>
            <a:ext cx="2975578" cy="648000"/>
          </a:xfrm>
          <a:ln>
            <a:solidFill>
              <a:schemeClr val="accent3"/>
            </a:solidFill>
          </a:ln>
        </p:spPr>
        <p:txBody>
          <a:bodyPr tIns="108000" rtlCol="0" anchor="t"/>
          <a:lstStyle>
            <a:lvl1pPr marL="0" indent="0" algn="ctr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rtl="0"/>
            <a:r>
              <a:rPr lang="ko-KR" altLang="en-US" noProof="0" dirty="0"/>
              <a:t>구역 </a:t>
            </a:r>
            <a:r>
              <a:rPr lang="en-US" altLang="ko-KR" noProof="0" dirty="0"/>
              <a:t>3 </a:t>
            </a:r>
            <a:r>
              <a:rPr lang="ko-KR" altLang="en-US" noProof="0" dirty="0"/>
              <a:t>제목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37557335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시간 표시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ZA" noProof="0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1999" y="6188628"/>
            <a:ext cx="8784941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19228" y="6049533"/>
            <a:ext cx="432000" cy="432000"/>
          </a:xfrm>
          <a:prstGeom prst="ellipse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13" name="텍스트 개체 틀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하위 머리글​​</a:t>
            </a:r>
            <a:endParaRPr lang="ko-KR" altLang="en-ZA" noProof="0" dirty="0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2158F80-0C1A-4B9E-9335-A5A0015187F7}"/>
              </a:ext>
            </a:extLst>
          </p:cNvPr>
          <p:cNvCxnSpPr/>
          <p:nvPr userDrawn="1"/>
        </p:nvCxnSpPr>
        <p:spPr>
          <a:xfrm>
            <a:off x="431800" y="3866682"/>
            <a:ext cx="11339513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텍스트 개체 틀 10">
            <a:extLst>
              <a:ext uri="{FF2B5EF4-FFF2-40B4-BE49-F238E27FC236}">
                <a16:creationId xmlns:a16="http://schemas.microsoft.com/office/drawing/2014/main" id="{723DA611-B88C-4D7E-82A4-5E4CA9DC2EA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12908" y="3973125"/>
            <a:ext cx="415608" cy="201776"/>
          </a:xfrm>
        </p:spPr>
        <p:txBody>
          <a:bodyPr rtlCol="0" anchor="ctr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ko-KR" altLang="en-US" noProof="0" dirty="0"/>
              <a:t>연도</a:t>
            </a:r>
            <a:endParaRPr lang="ko-KR" altLang="en-ZA" noProof="0" dirty="0"/>
          </a:p>
        </p:txBody>
      </p:sp>
      <p:sp>
        <p:nvSpPr>
          <p:cNvPr id="17" name="텍스트 개체 틀 10">
            <a:extLst>
              <a:ext uri="{FF2B5EF4-FFF2-40B4-BE49-F238E27FC236}">
                <a16:creationId xmlns:a16="http://schemas.microsoft.com/office/drawing/2014/main" id="{180A0FA4-75CD-4A61-AA79-9C3C5F97ED8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3179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21" name="텍스트 개체 틀 10">
            <a:extLst>
              <a:ext uri="{FF2B5EF4-FFF2-40B4-BE49-F238E27FC236}">
                <a16:creationId xmlns:a16="http://schemas.microsoft.com/office/drawing/2014/main" id="{EBB89A53-1B07-4560-B98E-03BECDB832C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03816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22" name="텍스트 개체 틀 10">
            <a:extLst>
              <a:ext uri="{FF2B5EF4-FFF2-40B4-BE49-F238E27FC236}">
                <a16:creationId xmlns:a16="http://schemas.microsoft.com/office/drawing/2014/main" id="{22D34AD8-D83D-4409-A418-C00840A085A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375833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25" name="텍스트 개체 틀 10">
            <a:extLst>
              <a:ext uri="{FF2B5EF4-FFF2-40B4-BE49-F238E27FC236}">
                <a16:creationId xmlns:a16="http://schemas.microsoft.com/office/drawing/2014/main" id="{3EAA6A46-63F3-49A5-8E0B-758176E4429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47850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26" name="텍스트 개체 틀 10">
            <a:extLst>
              <a:ext uri="{FF2B5EF4-FFF2-40B4-BE49-F238E27FC236}">
                <a16:creationId xmlns:a16="http://schemas.microsoft.com/office/drawing/2014/main" id="{BB051A6E-4868-4F3F-93DB-AD07020E93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077108" y="3973125"/>
            <a:ext cx="415608" cy="201776"/>
          </a:xfrm>
        </p:spPr>
        <p:txBody>
          <a:bodyPr rtlCol="0" anchor="ctr"/>
          <a:lstStyle>
            <a:lvl1pPr marL="0" indent="0" algn="ct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ko-KR" altLang="en-US" noProof="0" dirty="0"/>
              <a:t>연도</a:t>
            </a:r>
            <a:endParaRPr lang="ko-KR" altLang="en-ZA" noProof="0" dirty="0"/>
          </a:p>
        </p:txBody>
      </p:sp>
      <p:sp>
        <p:nvSpPr>
          <p:cNvPr id="28" name="텍스트 개체 틀 10">
            <a:extLst>
              <a:ext uri="{FF2B5EF4-FFF2-40B4-BE49-F238E27FC236}">
                <a16:creationId xmlns:a16="http://schemas.microsoft.com/office/drawing/2014/main" id="{61519886-189E-4C69-AEED-FD9BDD3E567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319867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0" name="텍스트 개체 틀 10">
            <a:extLst>
              <a:ext uri="{FF2B5EF4-FFF2-40B4-BE49-F238E27FC236}">
                <a16:creationId xmlns:a16="http://schemas.microsoft.com/office/drawing/2014/main" id="{0F084DDF-04EE-46A9-9F77-D5FD94D1B54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791884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1" name="텍스트 개체 틀 10">
            <a:extLst>
              <a:ext uri="{FF2B5EF4-FFF2-40B4-BE49-F238E27FC236}">
                <a16:creationId xmlns:a16="http://schemas.microsoft.com/office/drawing/2014/main" id="{743DE8AB-BF74-4CC9-AD19-8BBBF44867A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63901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2" name="텍스트 개체 틀 10">
            <a:extLst>
              <a:ext uri="{FF2B5EF4-FFF2-40B4-BE49-F238E27FC236}">
                <a16:creationId xmlns:a16="http://schemas.microsoft.com/office/drawing/2014/main" id="{2ECC5C24-2CE5-491E-89DC-F9C5AE98B06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79952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3" name="텍스트 개체 틀 10">
            <a:extLst>
              <a:ext uri="{FF2B5EF4-FFF2-40B4-BE49-F238E27FC236}">
                <a16:creationId xmlns:a16="http://schemas.microsoft.com/office/drawing/2014/main" id="{ADB0F187-5781-4076-B761-264B1C683A6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735918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4" name="텍스트 개체 틀 10">
            <a:extLst>
              <a:ext uri="{FF2B5EF4-FFF2-40B4-BE49-F238E27FC236}">
                <a16:creationId xmlns:a16="http://schemas.microsoft.com/office/drawing/2014/main" id="{B2E776B2-D388-4243-80AE-BD8AF47C8AAB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207935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5" name="텍스트 개체 틀 10">
            <a:extLst>
              <a:ext uri="{FF2B5EF4-FFF2-40B4-BE49-F238E27FC236}">
                <a16:creationId xmlns:a16="http://schemas.microsoft.com/office/drawing/2014/main" id="{79F3A104-EDC0-4A25-9585-3F9F8C1022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96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6" name="텍스트 개체 틀 10">
            <a:extLst>
              <a:ext uri="{FF2B5EF4-FFF2-40B4-BE49-F238E27FC236}">
                <a16:creationId xmlns:a16="http://schemas.microsoft.com/office/drawing/2014/main" id="{23DA3E7C-9F0E-4A57-B6EA-C01C72788E9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623986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7" name="텍스트 개체 틀 10">
            <a:extLst>
              <a:ext uri="{FF2B5EF4-FFF2-40B4-BE49-F238E27FC236}">
                <a16:creationId xmlns:a16="http://schemas.microsoft.com/office/drawing/2014/main" id="{A8ABC110-DC97-4A71-9A16-67581EAC989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09599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8" name="텍스트 개체 틀 10">
            <a:extLst>
              <a:ext uri="{FF2B5EF4-FFF2-40B4-BE49-F238E27FC236}">
                <a16:creationId xmlns:a16="http://schemas.microsoft.com/office/drawing/2014/main" id="{81058125-332B-41A7-BCD5-72CAE3F9F97D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68012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39" name="텍스트 개체 틀 10">
            <a:extLst>
              <a:ext uri="{FF2B5EF4-FFF2-40B4-BE49-F238E27FC236}">
                <a16:creationId xmlns:a16="http://schemas.microsoft.com/office/drawing/2014/main" id="{E32DE8FD-6391-4094-BAEC-CC0836CC67E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040029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0" name="텍스트 개체 틀 10">
            <a:extLst>
              <a:ext uri="{FF2B5EF4-FFF2-40B4-BE49-F238E27FC236}">
                <a16:creationId xmlns:a16="http://schemas.microsoft.com/office/drawing/2014/main" id="{5C53C0F3-9308-422B-BC6E-1ACA5029027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12046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1" name="텍스트 개체 틀 10">
            <a:extLst>
              <a:ext uri="{FF2B5EF4-FFF2-40B4-BE49-F238E27FC236}">
                <a16:creationId xmlns:a16="http://schemas.microsoft.com/office/drawing/2014/main" id="{06DFFA03-9EA6-4F70-9519-AB1361BAF7CE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984063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2" name="텍스트 개체 틀 10">
            <a:extLst>
              <a:ext uri="{FF2B5EF4-FFF2-40B4-BE49-F238E27FC236}">
                <a16:creationId xmlns:a16="http://schemas.microsoft.com/office/drawing/2014/main" id="{49CD8693-3557-4241-BB88-518160D989C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456080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3" name="텍스트 개체 틀 10">
            <a:extLst>
              <a:ext uri="{FF2B5EF4-FFF2-40B4-BE49-F238E27FC236}">
                <a16:creationId xmlns:a16="http://schemas.microsoft.com/office/drawing/2014/main" id="{4884DF69-4936-4F90-BFB8-ED04A228DA22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928097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4" name="텍스트 개체 틀 10">
            <a:extLst>
              <a:ext uri="{FF2B5EF4-FFF2-40B4-BE49-F238E27FC236}">
                <a16:creationId xmlns:a16="http://schemas.microsoft.com/office/drawing/2014/main" id="{00804F61-8052-4AD8-8370-ED72B261BC29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0344148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5" name="텍스트 개체 틀 10">
            <a:extLst>
              <a:ext uri="{FF2B5EF4-FFF2-40B4-BE49-F238E27FC236}">
                <a16:creationId xmlns:a16="http://schemas.microsoft.com/office/drawing/2014/main" id="{313F370F-A9EC-477E-BED7-BF4E87527420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9400114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6" name="텍스트 개체 틀 10">
            <a:extLst>
              <a:ext uri="{FF2B5EF4-FFF2-40B4-BE49-F238E27FC236}">
                <a16:creationId xmlns:a16="http://schemas.microsoft.com/office/drawing/2014/main" id="{9E687ADD-FE6C-441E-991F-E71EA0572C32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872131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7" name="텍스트 개체 틀 10">
            <a:extLst>
              <a:ext uri="{FF2B5EF4-FFF2-40B4-BE49-F238E27FC236}">
                <a16:creationId xmlns:a16="http://schemas.microsoft.com/office/drawing/2014/main" id="{5E0252B4-80AE-40E9-BA32-6EDAAC625211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10816165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8" name="텍스트 개체 틀 10">
            <a:extLst>
              <a:ext uri="{FF2B5EF4-FFF2-40B4-BE49-F238E27FC236}">
                <a16:creationId xmlns:a16="http://schemas.microsoft.com/office/drawing/2014/main" id="{8A807DF0-23B6-4B83-B3F6-8D0BE9A851F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1288182" y="3597398"/>
            <a:ext cx="377825" cy="201776"/>
          </a:xfrm>
        </p:spPr>
        <p:txBody>
          <a:bodyPr rtlCol="0"/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 rtl="0"/>
            <a:r>
              <a:rPr lang="en-US" altLang="ko-KR" noProof="0" dirty="0"/>
              <a:t>MM</a:t>
            </a:r>
            <a:endParaRPr lang="ko-KR" altLang="en-ZA" noProof="0" dirty="0"/>
          </a:p>
        </p:txBody>
      </p:sp>
      <p:sp>
        <p:nvSpPr>
          <p:cNvPr id="49" name="텍스트 개체 틀 3">
            <a:extLst>
              <a:ext uri="{FF2B5EF4-FFF2-40B4-BE49-F238E27FC236}">
                <a16:creationId xmlns:a16="http://schemas.microsoft.com/office/drawing/2014/main" id="{F3591345-36C8-481A-AD5B-5F69B03D1710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60988" y="2190750"/>
            <a:ext cx="1793875" cy="561975"/>
          </a:xfrm>
          <a:noFill/>
          <a:ln>
            <a:noFill/>
          </a:ln>
        </p:spPr>
        <p:txBody>
          <a:bodyPr tIns="36000" rtlCol="0" anchor="t"/>
          <a:lstStyle>
            <a:lvl1pPr marL="0" indent="0" algn="ctr">
              <a:buNone/>
              <a:defRPr sz="16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ko-KR" altLang="en-US" noProof="0" dirty="0"/>
              <a:t>항목 제목</a:t>
            </a:r>
            <a:endParaRPr lang="ko-KR" altLang="en-ZA" noProof="0" dirty="0"/>
          </a:p>
        </p:txBody>
      </p:sp>
      <p:sp>
        <p:nvSpPr>
          <p:cNvPr id="50" name="텍스트 개체 틀 36">
            <a:extLst>
              <a:ext uri="{FF2B5EF4-FFF2-40B4-BE49-F238E27FC236}">
                <a16:creationId xmlns:a16="http://schemas.microsoft.com/office/drawing/2014/main" id="{954C0732-1924-4A1B-9272-95C51D0B36FE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5395728" y="2531196"/>
            <a:ext cx="1724394" cy="185808"/>
          </a:xfrm>
          <a:solidFill>
            <a:schemeClr val="bg1">
              <a:lumMod val="95000"/>
            </a:schemeClr>
          </a:solidFill>
        </p:spPr>
        <p:txBody>
          <a:bodyPr rtlCol="0"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 rtl="0"/>
            <a:r>
              <a:rPr lang="ko-KR" altLang="en-US" noProof="0" dirty="0"/>
              <a:t>연도 월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90670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팀 3 구성원​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ZA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1999" y="6188628"/>
            <a:ext cx="8784941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19228" y="6049533"/>
            <a:ext cx="432000" cy="432000"/>
          </a:xfrm>
          <a:prstGeom prst="ellipse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03945" y="3995705"/>
            <a:ext cx="1964171" cy="216000"/>
          </a:xfrm>
        </p:spPr>
        <p:txBody>
          <a:bodyPr rtlCol="0"/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ko-KR" altLang="en-US" noProof="0" dirty="0"/>
              <a:t>직함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55887" y="3995705"/>
            <a:ext cx="1964171" cy="216000"/>
          </a:xfrm>
        </p:spPr>
        <p:txBody>
          <a:bodyPr rtlCol="0"/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ko-KR" altLang="en-US" noProof="0" dirty="0"/>
              <a:t>제목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807829" y="3991240"/>
            <a:ext cx="1964171" cy="216000"/>
          </a:xfrm>
        </p:spPr>
        <p:txBody>
          <a:bodyPr rtlCol="0"/>
          <a:lstStyle>
            <a:lvl1pPr marL="0" indent="0" algn="l">
              <a:buNone/>
              <a:defRPr sz="1600"/>
            </a:lvl1pPr>
          </a:lstStyle>
          <a:p>
            <a:pPr lvl="0" rtl="0"/>
            <a:r>
              <a:rPr lang="ko-KR" altLang="en-US" noProof="0" dirty="0"/>
              <a:t>직함</a:t>
            </a:r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03945" y="3424428"/>
            <a:ext cx="1964170" cy="504000"/>
          </a:xfrm>
        </p:spPr>
        <p:txBody>
          <a:bodyPr rtlCol="0"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/>
              <a:t>이름</a:t>
            </a:r>
            <a:endParaRPr lang="ko-KR" altLang="en-ZA" noProof="0" dirty="0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5887" y="3424428"/>
            <a:ext cx="1964171" cy="504000"/>
          </a:xfrm>
        </p:spPr>
        <p:txBody>
          <a:bodyPr rtlCol="0"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/>
              <a:t>이름</a:t>
            </a:r>
            <a:endParaRPr lang="ko-KR" altLang="en-ZA" noProof="0" dirty="0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807830" y="3424428"/>
            <a:ext cx="1964170" cy="504000"/>
          </a:xfrm>
        </p:spPr>
        <p:txBody>
          <a:bodyPr rtlCol="0"/>
          <a:lstStyle>
            <a:lvl1pPr marL="0" indent="0" algn="l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/>
              <a:t>이름</a:t>
            </a:r>
            <a:endParaRPr lang="ko-KR" altLang="en-ZA" noProof="0" dirty="0"/>
          </a:p>
        </p:txBody>
      </p:sp>
      <p:sp>
        <p:nvSpPr>
          <p:cNvPr id="24" name="그림 개체 틀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31800" y="2808242"/>
            <a:ext cx="1505966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25" name="그림 개체 틀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283742" y="2808242"/>
            <a:ext cx="1505966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26" name="그림 개체 틀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35683" y="2808242"/>
            <a:ext cx="1505966" cy="1505966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9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6DD16A0-27CF-480C-8ADD-7BB99E0031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하위 머리글​​</a:t>
            </a:r>
            <a:endParaRPr lang="ko-KR" altLang="en-ZA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47CA876-2153-4136-850D-EE098BDC24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103945" y="4311393"/>
            <a:ext cx="1964172" cy="1130300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/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간략한 소개</a:t>
            </a:r>
            <a:endParaRPr lang="ko-KR" altLang="en-ZA" noProof="0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969B21C2-C689-49C2-B45F-14C5C53A587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55887" y="4311393"/>
            <a:ext cx="1963737" cy="1130300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ko-KR" altLang="en-US" noProof="0" dirty="0"/>
              <a:t>간략한 소개</a:t>
            </a:r>
            <a:endParaRPr lang="ko-KR" altLang="en-ZA" noProof="0" dirty="0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E33D8E11-F7FD-4AD9-BEC6-78C6500F817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807829" y="4311393"/>
            <a:ext cx="1981200" cy="1138238"/>
          </a:xfrm>
        </p:spPr>
        <p:txBody>
          <a:bodyPr rtlCol="0"/>
          <a:lstStyle>
            <a:lvl1pPr marL="0" indent="0">
              <a:buNone/>
              <a:defRPr/>
            </a:lvl1pPr>
          </a:lstStyle>
          <a:p>
            <a:pPr lvl="0" rtl="0"/>
            <a:r>
              <a:rPr lang="ko-KR" altLang="en-US" noProof="0" dirty="0"/>
              <a:t>간략한 소개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3624119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팀 6 구성원​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FF4C50-933F-41F9-AD11-BD02410AA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ZA" noProof="0" dirty="0"/>
          </a:p>
        </p:txBody>
      </p:sp>
      <p:sp>
        <p:nvSpPr>
          <p:cNvPr id="7" name="바닥글 개체 틀 6">
            <a:extLst>
              <a:ext uri="{FF2B5EF4-FFF2-40B4-BE49-F238E27FC236}">
                <a16:creationId xmlns:a16="http://schemas.microsoft.com/office/drawing/2014/main" id="{19F419B1-164A-4B7A-BBEC-47B6151ECB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31999" y="6188628"/>
            <a:ext cx="8784941" cy="365125"/>
          </a:xfrm>
          <a:prstGeom prst="rect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 dirty="0"/>
              <a:t>바닥글 추가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86E99B1E-D08C-46BA-9D27-9ED02F4C9B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719228" y="6049533"/>
            <a:ext cx="432000" cy="432000"/>
          </a:xfrm>
          <a:prstGeom prst="ellipse">
            <a:avLst/>
          </a:prstGeom>
        </p:spPr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B51A1E-902D-48AF-9020-955120F399B6}" type="slidenum">
              <a:rPr lang="en-ZA" altLang="ko-KR" noProof="0" smtClean="0"/>
              <a:pPr/>
              <a:t>‹#›</a:t>
            </a:fld>
            <a:endParaRPr lang="ko-KR" altLang="en-US" noProof="0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40113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ko-KR" altLang="en-US" noProof="0" dirty="0"/>
              <a:t>직함</a:t>
            </a:r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8426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ko-KR" altLang="en-US" noProof="0" dirty="0"/>
              <a:t>직함</a:t>
            </a: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6739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ko-KR" altLang="en-US" noProof="0" dirty="0"/>
              <a:t>직함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5052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ko-KR" altLang="en-US" noProof="0" dirty="0"/>
              <a:t>직함</a:t>
            </a:r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EB3F7825-EB73-4976-9D8D-BAD8C8FCEA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1800" y="3926334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/>
              <a:t>전체 이름</a:t>
            </a:r>
            <a:endParaRPr lang="ko-KR" altLang="en-ZA" noProof="0" dirty="0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6D972951-9088-4993-8DED-9DA3B6B08CF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340113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/>
              <a:t>전체 이름</a:t>
            </a:r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48424FDD-507C-4199-BFC6-8BC01D8992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48426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/>
              <a:t>전체 이름</a:t>
            </a:r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33DAFB20-1343-4578-8AA0-0378B674F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56739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/>
              <a:t>전체 이름</a:t>
            </a:r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B01E9EA3-8BD6-4531-812C-663C75428B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5052" y="3926335"/>
            <a:ext cx="1800000" cy="504000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</a:lstStyle>
          <a:p>
            <a:pPr lvl="0" rtl="0"/>
            <a:r>
              <a:rPr lang="ko-KR" altLang="en-US" noProof="0" dirty="0"/>
              <a:t>전체 이름</a:t>
            </a:r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DA4566DA-C848-4A27-BBC8-722932FFD7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1800" y="4505325"/>
            <a:ext cx="1800000" cy="900000"/>
          </a:xfrm>
        </p:spPr>
        <p:txBody>
          <a:bodyPr rtlCol="0"/>
          <a:lstStyle>
            <a:lvl1pPr marL="0" indent="0" algn="ctr">
              <a:buNone/>
              <a:defRPr sz="1600"/>
            </a:lvl1pPr>
          </a:lstStyle>
          <a:p>
            <a:pPr lvl="0" rtl="0"/>
            <a:r>
              <a:rPr lang="ko-KR" altLang="en-US" noProof="0" dirty="0"/>
              <a:t>제목</a:t>
            </a:r>
          </a:p>
        </p:txBody>
      </p:sp>
      <p:sp>
        <p:nvSpPr>
          <p:cNvPr id="23" name="그림 개체 틀 22">
            <a:extLst>
              <a:ext uri="{FF2B5EF4-FFF2-40B4-BE49-F238E27FC236}">
                <a16:creationId xmlns:a16="http://schemas.microsoft.com/office/drawing/2014/main" id="{4089E01F-0C47-4C6A-A9A8-A1A7E470F31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17088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24" name="그림 개체 틀 22">
            <a:extLst>
              <a:ext uri="{FF2B5EF4-FFF2-40B4-BE49-F238E27FC236}">
                <a16:creationId xmlns:a16="http://schemas.microsoft.com/office/drawing/2014/main" id="{806A4855-25AA-40D4-B1A4-A271486B6C9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25401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25" name="그림 개체 틀 22">
            <a:extLst>
              <a:ext uri="{FF2B5EF4-FFF2-40B4-BE49-F238E27FC236}">
                <a16:creationId xmlns:a16="http://schemas.microsoft.com/office/drawing/2014/main" id="{31E10A24-B676-4117-9507-B4B0EB406F0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533714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26" name="그림 개체 틀 22">
            <a:extLst>
              <a:ext uri="{FF2B5EF4-FFF2-40B4-BE49-F238E27FC236}">
                <a16:creationId xmlns:a16="http://schemas.microsoft.com/office/drawing/2014/main" id="{6549D851-9848-44AC-937A-9B1EF867E595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42027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27" name="그림 개체 틀 22">
            <a:extLst>
              <a:ext uri="{FF2B5EF4-FFF2-40B4-BE49-F238E27FC236}">
                <a16:creationId xmlns:a16="http://schemas.microsoft.com/office/drawing/2014/main" id="{B765F5D3-7CB7-4E55-8217-E9EEA9F2945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8350340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20" name="그림 개체 틀 22">
            <a:extLst>
              <a:ext uri="{FF2B5EF4-FFF2-40B4-BE49-F238E27FC236}">
                <a16:creationId xmlns:a16="http://schemas.microsoft.com/office/drawing/2014/main" id="{8CB2CA38-4C7F-4D6B-9B34-606F1A007A1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0258651" y="2160704"/>
            <a:ext cx="1229425" cy="1229425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</a:ln>
        </p:spPr>
        <p:txBody>
          <a:bodyPr rtlCol="0" anchor="ctr"/>
          <a:lstStyle>
            <a:lvl1pPr marL="0" indent="0" algn="ctr">
              <a:buNone/>
              <a:defRPr sz="1600"/>
            </a:lvl1pPr>
          </a:lstStyle>
          <a:p>
            <a:pPr rtl="0"/>
            <a:r>
              <a:rPr lang="ko-KR" altLang="en-US" noProof="0"/>
              <a:t>그림을 추가하려면 아이콘을 클릭하십시오</a:t>
            </a:r>
            <a:endParaRPr lang="ko-KR" altLang="en-ZA" noProof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5DA42CA-D117-4AF7-9FEC-03EB2BBB756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973363" y="3925888"/>
            <a:ext cx="1800000" cy="504825"/>
          </a:xfrm>
        </p:spPr>
        <p:txBody>
          <a:bodyPr rtlCol="0"/>
          <a:lstStyle>
            <a:lvl1pPr marL="0" indent="0" algn="ctr">
              <a:buNone/>
              <a:defRPr b="1">
                <a:latin typeface="+mj-lt"/>
              </a:defRPr>
            </a:lvl1pPr>
            <a:lvl2pPr marL="266700" indent="0" algn="ctr">
              <a:buNone/>
              <a:defRPr/>
            </a:lvl2pPr>
            <a:lvl3pPr marL="542925" indent="0" algn="ctr">
              <a:buNone/>
              <a:defRPr/>
            </a:lvl3pPr>
            <a:lvl4pPr marL="809625" indent="0" algn="ctr">
              <a:buNone/>
              <a:defRPr/>
            </a:lvl4pPr>
            <a:lvl5pPr marL="1076325" indent="0" algn="ctr">
              <a:buNone/>
              <a:defRPr/>
            </a:lvl5pPr>
          </a:lstStyle>
          <a:p>
            <a:pPr lvl="0" rtl="0"/>
            <a:r>
              <a:rPr lang="ko-KR" altLang="en-US" noProof="0" dirty="0"/>
              <a:t>전체 이름</a:t>
            </a:r>
            <a:endParaRPr lang="ko-KR" altLang="en-ZA" noProof="0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5F9CEF5A-8DCE-4156-9138-C113C0D3A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973363" y="4505325"/>
            <a:ext cx="1800000" cy="900113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lvl="0" rtl="0"/>
            <a:r>
              <a:rPr lang="ko-KR" altLang="en-US" noProof="0" dirty="0"/>
              <a:t>제목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15035105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부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자유형: 도형 28">
            <a:extLst>
              <a:ext uri="{FF2B5EF4-FFF2-40B4-BE49-F238E27FC236}">
                <a16:creationId xmlns:a16="http://schemas.microsoft.com/office/drawing/2014/main" id="{F8AB0F04-910C-4647-AE1C-177C66B50038}"/>
              </a:ext>
            </a:extLst>
          </p:cNvPr>
          <p:cNvSpPr/>
          <p:nvPr userDrawn="1"/>
        </p:nvSpPr>
        <p:spPr>
          <a:xfrm rot="4308689">
            <a:off x="8139110" y="-52404"/>
            <a:ext cx="648657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자유형: 도형 26">
            <a:extLst>
              <a:ext uri="{FF2B5EF4-FFF2-40B4-BE49-F238E27FC236}">
                <a16:creationId xmlns:a16="http://schemas.microsoft.com/office/drawing/2014/main" id="{3E72A672-7789-4744-A4CB-D177B890FDE6}"/>
              </a:ext>
            </a:extLst>
          </p:cNvPr>
          <p:cNvSpPr/>
          <p:nvPr userDrawn="1"/>
        </p:nvSpPr>
        <p:spPr>
          <a:xfrm rot="4308689">
            <a:off x="8878526" y="-532562"/>
            <a:ext cx="3571215" cy="3737093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71215" h="3737093">
                <a:moveTo>
                  <a:pt x="0" y="3023156"/>
                </a:moveTo>
                <a:lnTo>
                  <a:pt x="993291" y="0"/>
                </a:lnTo>
                <a:lnTo>
                  <a:pt x="3571215" y="847006"/>
                </a:lnTo>
                <a:lnTo>
                  <a:pt x="1392370" y="3639100"/>
                </a:lnTo>
                <a:lnTo>
                  <a:pt x="393183" y="3737093"/>
                </a:lnTo>
                <a:lnTo>
                  <a:pt x="0" y="30231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ZA" noProof="0" dirty="0"/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4308689">
            <a:off x="9191192" y="1651650"/>
            <a:ext cx="1980696" cy="206651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자유형: 도형 18">
            <a:extLst>
              <a:ext uri="{FF2B5EF4-FFF2-40B4-BE49-F238E27FC236}">
                <a16:creationId xmlns:a16="http://schemas.microsoft.com/office/drawing/2014/main" id="{ABD99355-65C1-4211-9E82-3D41ACE0AE17}"/>
              </a:ext>
            </a:extLst>
          </p:cNvPr>
          <p:cNvSpPr/>
          <p:nvPr userDrawn="1"/>
        </p:nvSpPr>
        <p:spPr>
          <a:xfrm rot="13830869">
            <a:off x="9457431" y="3977898"/>
            <a:ext cx="346713" cy="206124"/>
          </a:xfrm>
          <a:custGeom>
            <a:avLst/>
            <a:gdLst>
              <a:gd name="connsiteX0" fmla="*/ 346713 w 346713"/>
              <a:gd name="connsiteY0" fmla="*/ 206124 h 206124"/>
              <a:gd name="connsiteX1" fmla="*/ 0 w 346713"/>
              <a:gd name="connsiteY1" fmla="*/ 206124 h 206124"/>
              <a:gd name="connsiteX2" fmla="*/ 86666 w 346713"/>
              <a:gd name="connsiteY2" fmla="*/ 0 h 206124"/>
              <a:gd name="connsiteX3" fmla="*/ 346713 w 346713"/>
              <a:gd name="connsiteY3" fmla="*/ 206124 h 2061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6713" h="206124">
                <a:moveTo>
                  <a:pt x="346713" y="206124"/>
                </a:moveTo>
                <a:lnTo>
                  <a:pt x="0" y="206124"/>
                </a:lnTo>
                <a:lnTo>
                  <a:pt x="86666" y="0"/>
                </a:lnTo>
                <a:lnTo>
                  <a:pt x="346713" y="206124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F459E701-5FEF-4918-8F3A-04E29BF09009}"/>
              </a:ext>
            </a:extLst>
          </p:cNvPr>
          <p:cNvSpPr/>
          <p:nvPr userDrawn="1"/>
        </p:nvSpPr>
        <p:spPr>
          <a:xfrm rot="12431080">
            <a:off x="9528615" y="3713859"/>
            <a:ext cx="710669" cy="335543"/>
          </a:xfrm>
          <a:custGeom>
            <a:avLst/>
            <a:gdLst>
              <a:gd name="connsiteX0" fmla="*/ 710669 w 710669"/>
              <a:gd name="connsiteY0" fmla="*/ 176660 h 335543"/>
              <a:gd name="connsiteX1" fmla="*/ 0 w 710669"/>
              <a:gd name="connsiteY1" fmla="*/ 335543 h 335543"/>
              <a:gd name="connsiteX2" fmla="*/ 141082 w 710669"/>
              <a:gd name="connsiteY2" fmla="*/ 0 h 335543"/>
              <a:gd name="connsiteX3" fmla="*/ 487795 w 710669"/>
              <a:gd name="connsiteY3" fmla="*/ 0 h 335543"/>
              <a:gd name="connsiteX4" fmla="*/ 710669 w 710669"/>
              <a:gd name="connsiteY4" fmla="*/ 176660 h 335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10669" h="335543">
                <a:moveTo>
                  <a:pt x="710669" y="176660"/>
                </a:moveTo>
                <a:lnTo>
                  <a:pt x="0" y="335543"/>
                </a:lnTo>
                <a:lnTo>
                  <a:pt x="141082" y="0"/>
                </a:lnTo>
                <a:lnTo>
                  <a:pt x="487795" y="0"/>
                </a:lnTo>
                <a:lnTo>
                  <a:pt x="710669" y="17666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자유형: 도형 19">
            <a:extLst>
              <a:ext uri="{FF2B5EF4-FFF2-40B4-BE49-F238E27FC236}">
                <a16:creationId xmlns:a16="http://schemas.microsoft.com/office/drawing/2014/main" id="{8550A0A6-1197-4153-9800-69D58909D0C7}"/>
              </a:ext>
            </a:extLst>
          </p:cNvPr>
          <p:cNvSpPr/>
          <p:nvPr userDrawn="1"/>
        </p:nvSpPr>
        <p:spPr>
          <a:xfrm rot="4308689">
            <a:off x="8785444" y="1075879"/>
            <a:ext cx="1246227" cy="1580187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  <a:gd name="connsiteX0" fmla="*/ 0 w 1980696"/>
              <a:gd name="connsiteY0" fmla="*/ 1680311 h 1680311"/>
              <a:gd name="connsiteX1" fmla="*/ 1337031 w 1980696"/>
              <a:gd name="connsiteY1" fmla="*/ 0 h 1680311"/>
              <a:gd name="connsiteX2" fmla="*/ 1980696 w 1980696"/>
              <a:gd name="connsiteY2" fmla="*/ 1143817 h 1680311"/>
              <a:gd name="connsiteX3" fmla="*/ 1459417 w 1980696"/>
              <a:gd name="connsiteY3" fmla="*/ 1680311 h 1680311"/>
              <a:gd name="connsiteX4" fmla="*/ 0 w 1980696"/>
              <a:gd name="connsiteY4" fmla="*/ 1680311 h 1680311"/>
              <a:gd name="connsiteX0" fmla="*/ 0 w 1459417"/>
              <a:gd name="connsiteY0" fmla="*/ 1680311 h 1680311"/>
              <a:gd name="connsiteX1" fmla="*/ 1337031 w 1459417"/>
              <a:gd name="connsiteY1" fmla="*/ 0 h 1680311"/>
              <a:gd name="connsiteX2" fmla="*/ 1360698 w 1459417"/>
              <a:gd name="connsiteY2" fmla="*/ 208215 h 1680311"/>
              <a:gd name="connsiteX3" fmla="*/ 1459417 w 1459417"/>
              <a:gd name="connsiteY3" fmla="*/ 1680311 h 1680311"/>
              <a:gd name="connsiteX4" fmla="*/ 0 w 1459417"/>
              <a:gd name="connsiteY4" fmla="*/ 1680311 h 1680311"/>
              <a:gd name="connsiteX0" fmla="*/ 0 w 1360698"/>
              <a:gd name="connsiteY0" fmla="*/ 1680311 h 1688402"/>
              <a:gd name="connsiteX1" fmla="*/ 1337031 w 1360698"/>
              <a:gd name="connsiteY1" fmla="*/ 0 h 1688402"/>
              <a:gd name="connsiteX2" fmla="*/ 1360698 w 1360698"/>
              <a:gd name="connsiteY2" fmla="*/ 208215 h 1688402"/>
              <a:gd name="connsiteX3" fmla="*/ 278710 w 1360698"/>
              <a:gd name="connsiteY3" fmla="*/ 1688402 h 1688402"/>
              <a:gd name="connsiteX4" fmla="*/ 0 w 1360698"/>
              <a:gd name="connsiteY4" fmla="*/ 1680311 h 1688402"/>
              <a:gd name="connsiteX0" fmla="*/ 0 w 1360698"/>
              <a:gd name="connsiteY0" fmla="*/ 1680311 h 1698354"/>
              <a:gd name="connsiteX1" fmla="*/ 1337031 w 1360698"/>
              <a:gd name="connsiteY1" fmla="*/ 0 h 1698354"/>
              <a:gd name="connsiteX2" fmla="*/ 1360698 w 1360698"/>
              <a:gd name="connsiteY2" fmla="*/ 208215 h 1698354"/>
              <a:gd name="connsiteX3" fmla="*/ 415804 w 1360698"/>
              <a:gd name="connsiteY3" fmla="*/ 1698354 h 1698354"/>
              <a:gd name="connsiteX4" fmla="*/ 0 w 1360698"/>
              <a:gd name="connsiteY4" fmla="*/ 1680311 h 1698354"/>
              <a:gd name="connsiteX0" fmla="*/ 0 w 1360698"/>
              <a:gd name="connsiteY0" fmla="*/ 1556337 h 1574380"/>
              <a:gd name="connsiteX1" fmla="*/ 1226116 w 1360698"/>
              <a:gd name="connsiteY1" fmla="*/ 0 h 1574380"/>
              <a:gd name="connsiteX2" fmla="*/ 1360698 w 1360698"/>
              <a:gd name="connsiteY2" fmla="*/ 84241 h 1574380"/>
              <a:gd name="connsiteX3" fmla="*/ 415804 w 1360698"/>
              <a:gd name="connsiteY3" fmla="*/ 1574380 h 1574380"/>
              <a:gd name="connsiteX4" fmla="*/ 0 w 1360698"/>
              <a:gd name="connsiteY4" fmla="*/ 1556337 h 1574380"/>
              <a:gd name="connsiteX0" fmla="*/ 0 w 1303560"/>
              <a:gd name="connsiteY0" fmla="*/ 1556337 h 1574380"/>
              <a:gd name="connsiteX1" fmla="*/ 1226116 w 1303560"/>
              <a:gd name="connsiteY1" fmla="*/ 0 h 1574380"/>
              <a:gd name="connsiteX2" fmla="*/ 1303560 w 1303560"/>
              <a:gd name="connsiteY2" fmla="*/ 105569 h 1574380"/>
              <a:gd name="connsiteX3" fmla="*/ 415804 w 1303560"/>
              <a:gd name="connsiteY3" fmla="*/ 1574380 h 1574380"/>
              <a:gd name="connsiteX4" fmla="*/ 0 w 1303560"/>
              <a:gd name="connsiteY4" fmla="*/ 1556337 h 1574380"/>
              <a:gd name="connsiteX0" fmla="*/ 0 w 1246227"/>
              <a:gd name="connsiteY0" fmla="*/ 1580187 h 1580187"/>
              <a:gd name="connsiteX1" fmla="*/ 1168783 w 1246227"/>
              <a:gd name="connsiteY1" fmla="*/ 0 h 1580187"/>
              <a:gd name="connsiteX2" fmla="*/ 1246227 w 1246227"/>
              <a:gd name="connsiteY2" fmla="*/ 105569 h 1580187"/>
              <a:gd name="connsiteX3" fmla="*/ 358471 w 1246227"/>
              <a:gd name="connsiteY3" fmla="*/ 1574380 h 1580187"/>
              <a:gd name="connsiteX4" fmla="*/ 0 w 1246227"/>
              <a:gd name="connsiteY4" fmla="*/ 1580187 h 15801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6227" h="1580187">
                <a:moveTo>
                  <a:pt x="0" y="1580187"/>
                </a:moveTo>
                <a:lnTo>
                  <a:pt x="1168783" y="0"/>
                </a:lnTo>
                <a:lnTo>
                  <a:pt x="1246227" y="105569"/>
                </a:lnTo>
                <a:lnTo>
                  <a:pt x="358471" y="1574380"/>
                </a:lnTo>
                <a:lnTo>
                  <a:pt x="0" y="158018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17193105">
            <a:off x="11374788" y="2846425"/>
            <a:ext cx="243160" cy="406553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자유형: 도형 22">
            <a:extLst>
              <a:ext uri="{FF2B5EF4-FFF2-40B4-BE49-F238E27FC236}">
                <a16:creationId xmlns:a16="http://schemas.microsoft.com/office/drawing/2014/main" id="{FF9CE8FE-77D6-45E0-BBF7-78F07AC29771}"/>
              </a:ext>
            </a:extLst>
          </p:cNvPr>
          <p:cNvSpPr/>
          <p:nvPr userDrawn="1"/>
        </p:nvSpPr>
        <p:spPr>
          <a:xfrm rot="17193105">
            <a:off x="10879052" y="2627354"/>
            <a:ext cx="692798" cy="510610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텍스트 개체 틀 8">
            <a:extLst>
              <a:ext uri="{FF2B5EF4-FFF2-40B4-BE49-F238E27FC236}">
                <a16:creationId xmlns:a16="http://schemas.microsoft.com/office/drawing/2014/main" id="{37BBBFC2-32EB-4335-9980-A7CF236703B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31800" y="1080000"/>
            <a:ext cx="11339513" cy="276561"/>
          </a:xfrm>
        </p:spPr>
        <p:txBody>
          <a:bodyPr rtlCol="0"/>
          <a:lstStyle>
            <a:lvl1pPr marL="0" indent="0">
              <a:buNone/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 rtl="0"/>
            <a:r>
              <a:rPr lang="ko-KR" altLang="en-US" noProof="0" dirty="0"/>
              <a:t>하위 머리글​​</a:t>
            </a:r>
            <a:endParaRPr lang="ko-KR" altLang="en-ZA" noProof="0" dirty="0"/>
          </a:p>
        </p:txBody>
      </p:sp>
      <p:sp>
        <p:nvSpPr>
          <p:cNvPr id="15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5908698" y="6119080"/>
            <a:ext cx="4613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6F7B2-6BF5-405E-9100-D56ABF79EB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29137C9-7B18-454C-AB56-2B4631DFE59D}"/>
              </a:ext>
            </a:extLst>
          </p:cNvPr>
          <p:cNvSpPr/>
          <p:nvPr userDrawn="1"/>
        </p:nvSpPr>
        <p:spPr>
          <a:xfrm rot="14199158">
            <a:off x="10161654" y="-236402"/>
            <a:ext cx="1957093" cy="1399810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57093" h="1399810">
                <a:moveTo>
                  <a:pt x="0" y="318772"/>
                </a:moveTo>
                <a:lnTo>
                  <a:pt x="858544" y="36067"/>
                </a:lnTo>
                <a:lnTo>
                  <a:pt x="1957093" y="0"/>
                </a:lnTo>
                <a:lnTo>
                  <a:pt x="1012700" y="1399810"/>
                </a:lnTo>
                <a:lnTo>
                  <a:pt x="172487" y="1221089"/>
                </a:lnTo>
                <a:lnTo>
                  <a:pt x="0" y="31877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자유형: 도형 13">
            <a:extLst>
              <a:ext uri="{FF2B5EF4-FFF2-40B4-BE49-F238E27FC236}">
                <a16:creationId xmlns:a16="http://schemas.microsoft.com/office/drawing/2014/main" id="{0C7CDA8E-8D79-474E-8278-7D77C867E238}"/>
              </a:ext>
            </a:extLst>
          </p:cNvPr>
          <p:cNvSpPr/>
          <p:nvPr userDrawn="1"/>
        </p:nvSpPr>
        <p:spPr>
          <a:xfrm rot="6973557">
            <a:off x="9799840" y="198216"/>
            <a:ext cx="748251" cy="780669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ZA" noProof="0" dirty="0"/>
          </a:p>
        </p:txBody>
      </p:sp>
      <p:sp>
        <p:nvSpPr>
          <p:cNvPr id="24" name="자유형: 도형 23">
            <a:extLst>
              <a:ext uri="{FF2B5EF4-FFF2-40B4-BE49-F238E27FC236}">
                <a16:creationId xmlns:a16="http://schemas.microsoft.com/office/drawing/2014/main" id="{4F0A2415-21FA-4B06-89CA-A379C8C2E262}"/>
              </a:ext>
            </a:extLst>
          </p:cNvPr>
          <p:cNvSpPr/>
          <p:nvPr userDrawn="1"/>
        </p:nvSpPr>
        <p:spPr>
          <a:xfrm rot="5483574">
            <a:off x="9854193" y="808595"/>
            <a:ext cx="243160" cy="406553"/>
          </a:xfrm>
          <a:custGeom>
            <a:avLst/>
            <a:gdLst>
              <a:gd name="connsiteX0" fmla="*/ 243160 w 243160"/>
              <a:gd name="connsiteY0" fmla="*/ 342071 h 406553"/>
              <a:gd name="connsiteX1" fmla="*/ 156493 w 243160"/>
              <a:gd name="connsiteY1" fmla="*/ 406553 h 406553"/>
              <a:gd name="connsiteX2" fmla="*/ 0 w 243160"/>
              <a:gd name="connsiteY2" fmla="*/ 0 h 406553"/>
              <a:gd name="connsiteX3" fmla="*/ 243160 w 243160"/>
              <a:gd name="connsiteY3" fmla="*/ 342071 h 406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3160" h="406553">
                <a:moveTo>
                  <a:pt x="243160" y="342071"/>
                </a:moveTo>
                <a:lnTo>
                  <a:pt x="156493" y="406553"/>
                </a:lnTo>
                <a:lnTo>
                  <a:pt x="0" y="0"/>
                </a:lnTo>
                <a:lnTo>
                  <a:pt x="243160" y="34207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자유형: 도형 21">
            <a:extLst>
              <a:ext uri="{FF2B5EF4-FFF2-40B4-BE49-F238E27FC236}">
                <a16:creationId xmlns:a16="http://schemas.microsoft.com/office/drawing/2014/main" id="{9AACAC53-33A6-4BBC-8C68-0C56D0B39F57}"/>
              </a:ext>
            </a:extLst>
          </p:cNvPr>
          <p:cNvSpPr/>
          <p:nvPr userDrawn="1"/>
        </p:nvSpPr>
        <p:spPr>
          <a:xfrm rot="14235708">
            <a:off x="11753205" y="112024"/>
            <a:ext cx="332291" cy="247882"/>
          </a:xfrm>
          <a:custGeom>
            <a:avLst/>
            <a:gdLst>
              <a:gd name="connsiteX0" fmla="*/ 0 w 3571215"/>
              <a:gd name="connsiteY0" fmla="*/ 3023156 h 3737093"/>
              <a:gd name="connsiteX1" fmla="*/ 993291 w 3571215"/>
              <a:gd name="connsiteY1" fmla="*/ 0 h 3737093"/>
              <a:gd name="connsiteX2" fmla="*/ 3571215 w 3571215"/>
              <a:gd name="connsiteY2" fmla="*/ 847006 h 3737093"/>
              <a:gd name="connsiteX3" fmla="*/ 1392370 w 3571215"/>
              <a:gd name="connsiteY3" fmla="*/ 3639100 h 3737093"/>
              <a:gd name="connsiteX4" fmla="*/ 393183 w 3571215"/>
              <a:gd name="connsiteY4" fmla="*/ 3737093 h 3737093"/>
              <a:gd name="connsiteX5" fmla="*/ 0 w 3571215"/>
              <a:gd name="connsiteY5" fmla="*/ 3023156 h 3737093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1392370 w 3571215"/>
              <a:gd name="connsiteY3" fmla="*/ 2792094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890087"/>
              <a:gd name="connsiteX1" fmla="*/ 2472666 w 3571215"/>
              <a:gd name="connsiteY1" fmla="*/ 36067 h 2890087"/>
              <a:gd name="connsiteX2" fmla="*/ 3571215 w 3571215"/>
              <a:gd name="connsiteY2" fmla="*/ 0 h 2890087"/>
              <a:gd name="connsiteX3" fmla="*/ 2626822 w 3571215"/>
              <a:gd name="connsiteY3" fmla="*/ 1399810 h 2890087"/>
              <a:gd name="connsiteX4" fmla="*/ 393183 w 3571215"/>
              <a:gd name="connsiteY4" fmla="*/ 2890087 h 2890087"/>
              <a:gd name="connsiteX5" fmla="*/ 0 w 3571215"/>
              <a:gd name="connsiteY5" fmla="*/ 2176150 h 2890087"/>
              <a:gd name="connsiteX0" fmla="*/ 0 w 3571215"/>
              <a:gd name="connsiteY0" fmla="*/ 2176150 h 2176150"/>
              <a:gd name="connsiteX1" fmla="*/ 2472666 w 3571215"/>
              <a:gd name="connsiteY1" fmla="*/ 36067 h 2176150"/>
              <a:gd name="connsiteX2" fmla="*/ 3571215 w 3571215"/>
              <a:gd name="connsiteY2" fmla="*/ 0 h 2176150"/>
              <a:gd name="connsiteX3" fmla="*/ 2626822 w 3571215"/>
              <a:gd name="connsiteY3" fmla="*/ 1399810 h 2176150"/>
              <a:gd name="connsiteX4" fmla="*/ 2309686 w 3571215"/>
              <a:gd name="connsiteY4" fmla="*/ 820126 h 2176150"/>
              <a:gd name="connsiteX5" fmla="*/ 0 w 3571215"/>
              <a:gd name="connsiteY5" fmla="*/ 2176150 h 217615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695564 w 1957093"/>
              <a:gd name="connsiteY4" fmla="*/ 820126 h 1399810"/>
              <a:gd name="connsiteX5" fmla="*/ 0 w 1957093"/>
              <a:gd name="connsiteY5" fmla="*/ 318772 h 1399810"/>
              <a:gd name="connsiteX0" fmla="*/ 0 w 1957093"/>
              <a:gd name="connsiteY0" fmla="*/ 318772 h 1399810"/>
              <a:gd name="connsiteX1" fmla="*/ 858544 w 1957093"/>
              <a:gd name="connsiteY1" fmla="*/ 36067 h 1399810"/>
              <a:gd name="connsiteX2" fmla="*/ 1957093 w 1957093"/>
              <a:gd name="connsiteY2" fmla="*/ 0 h 1399810"/>
              <a:gd name="connsiteX3" fmla="*/ 1012700 w 1957093"/>
              <a:gd name="connsiteY3" fmla="*/ 1399810 h 1399810"/>
              <a:gd name="connsiteX4" fmla="*/ 172487 w 1957093"/>
              <a:gd name="connsiteY4" fmla="*/ 1221089 h 1399810"/>
              <a:gd name="connsiteX5" fmla="*/ 0 w 1957093"/>
              <a:gd name="connsiteY5" fmla="*/ 318772 h 1399810"/>
              <a:gd name="connsiteX0" fmla="*/ 0 w 1449157"/>
              <a:gd name="connsiteY0" fmla="*/ 282705 h 1363743"/>
              <a:gd name="connsiteX1" fmla="*/ 858544 w 1449157"/>
              <a:gd name="connsiteY1" fmla="*/ 0 h 1363743"/>
              <a:gd name="connsiteX2" fmla="*/ 1449157 w 1449157"/>
              <a:gd name="connsiteY2" fmla="*/ 715834 h 1363743"/>
              <a:gd name="connsiteX3" fmla="*/ 1012700 w 1449157"/>
              <a:gd name="connsiteY3" fmla="*/ 1363743 h 1363743"/>
              <a:gd name="connsiteX4" fmla="*/ 172487 w 1449157"/>
              <a:gd name="connsiteY4" fmla="*/ 1185022 h 1363743"/>
              <a:gd name="connsiteX5" fmla="*/ 0 w 1449157"/>
              <a:gd name="connsiteY5" fmla="*/ 282705 h 1363743"/>
              <a:gd name="connsiteX0" fmla="*/ 0 w 1449157"/>
              <a:gd name="connsiteY0" fmla="*/ 0 h 1081038"/>
              <a:gd name="connsiteX1" fmla="*/ 1449157 w 1449157"/>
              <a:gd name="connsiteY1" fmla="*/ 433129 h 1081038"/>
              <a:gd name="connsiteX2" fmla="*/ 1012700 w 1449157"/>
              <a:gd name="connsiteY2" fmla="*/ 1081038 h 1081038"/>
              <a:gd name="connsiteX3" fmla="*/ 172487 w 1449157"/>
              <a:gd name="connsiteY3" fmla="*/ 902317 h 1081038"/>
              <a:gd name="connsiteX4" fmla="*/ 0 w 1449157"/>
              <a:gd name="connsiteY4" fmla="*/ 0 h 1081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49157" h="1081038">
                <a:moveTo>
                  <a:pt x="0" y="0"/>
                </a:moveTo>
                <a:lnTo>
                  <a:pt x="1449157" y="433129"/>
                </a:lnTo>
                <a:lnTo>
                  <a:pt x="1012700" y="1081038"/>
                </a:lnTo>
                <a:lnTo>
                  <a:pt x="172487" y="902317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자유형: 도형 24">
            <a:extLst>
              <a:ext uri="{FF2B5EF4-FFF2-40B4-BE49-F238E27FC236}">
                <a16:creationId xmlns:a16="http://schemas.microsoft.com/office/drawing/2014/main" id="{ED86A7C4-9F1E-4F96-8AD9-5B75BEE364BE}"/>
              </a:ext>
            </a:extLst>
          </p:cNvPr>
          <p:cNvSpPr/>
          <p:nvPr userDrawn="1"/>
        </p:nvSpPr>
        <p:spPr>
          <a:xfrm rot="13336516">
            <a:off x="10313236" y="1084299"/>
            <a:ext cx="648657" cy="777553"/>
          </a:xfrm>
          <a:custGeom>
            <a:avLst/>
            <a:gdLst>
              <a:gd name="connsiteX0" fmla="*/ 0 w 648657"/>
              <a:gd name="connsiteY0" fmla="*/ 777553 h 777553"/>
              <a:gd name="connsiteX1" fmla="*/ 255474 w 648657"/>
              <a:gd name="connsiteY1" fmla="*/ 0 h 777553"/>
              <a:gd name="connsiteX2" fmla="*/ 648657 w 648657"/>
              <a:gd name="connsiteY2" fmla="*/ 713937 h 777553"/>
              <a:gd name="connsiteX3" fmla="*/ 0 w 648657"/>
              <a:gd name="connsiteY3" fmla="*/ 777553 h 77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8657" h="777553">
                <a:moveTo>
                  <a:pt x="0" y="777553"/>
                </a:moveTo>
                <a:lnTo>
                  <a:pt x="255474" y="0"/>
                </a:lnTo>
                <a:lnTo>
                  <a:pt x="648657" y="713937"/>
                </a:lnTo>
                <a:lnTo>
                  <a:pt x="0" y="77755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B63BFE72-A1DE-4CFE-9B52-553C99D52699}"/>
              </a:ext>
            </a:extLst>
          </p:cNvPr>
          <p:cNvSpPr/>
          <p:nvPr userDrawn="1"/>
        </p:nvSpPr>
        <p:spPr>
          <a:xfrm rot="5738060">
            <a:off x="9844293" y="1032301"/>
            <a:ext cx="692798" cy="510610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자유형: 도형 29">
            <a:extLst>
              <a:ext uri="{FF2B5EF4-FFF2-40B4-BE49-F238E27FC236}">
                <a16:creationId xmlns:a16="http://schemas.microsoft.com/office/drawing/2014/main" id="{9C266CD9-D77B-4B4D-8673-531E2784C610}"/>
              </a:ext>
            </a:extLst>
          </p:cNvPr>
          <p:cNvSpPr/>
          <p:nvPr userDrawn="1"/>
        </p:nvSpPr>
        <p:spPr>
          <a:xfrm rot="8291645">
            <a:off x="10081798" y="798094"/>
            <a:ext cx="371360" cy="273702"/>
          </a:xfrm>
          <a:custGeom>
            <a:avLst/>
            <a:gdLst>
              <a:gd name="connsiteX0" fmla="*/ 692798 w 692798"/>
              <a:gd name="connsiteY0" fmla="*/ 224339 h 510610"/>
              <a:gd name="connsiteX1" fmla="*/ 308036 w 692798"/>
              <a:gd name="connsiteY1" fmla="*/ 510610 h 510610"/>
              <a:gd name="connsiteX2" fmla="*/ 64876 w 692798"/>
              <a:gd name="connsiteY2" fmla="*/ 168539 h 510610"/>
              <a:gd name="connsiteX3" fmla="*/ 0 w 692798"/>
              <a:gd name="connsiteY3" fmla="*/ 0 h 510610"/>
              <a:gd name="connsiteX4" fmla="*/ 692798 w 692798"/>
              <a:gd name="connsiteY4" fmla="*/ 224339 h 510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2798" h="510610">
                <a:moveTo>
                  <a:pt x="692798" y="224339"/>
                </a:moveTo>
                <a:lnTo>
                  <a:pt x="308036" y="510610"/>
                </a:lnTo>
                <a:lnTo>
                  <a:pt x="64876" y="168539"/>
                </a:lnTo>
                <a:lnTo>
                  <a:pt x="0" y="0"/>
                </a:lnTo>
                <a:lnTo>
                  <a:pt x="692798" y="224339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5908698" y="6119080"/>
            <a:ext cx="4613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6F7B2-6BF5-405E-9100-D56ABF79EB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965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 표시, 그래픽 없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  <a:endParaRPr lang="ko-KR" altLang="en-ZA" noProof="0" dirty="0"/>
          </a:p>
        </p:txBody>
      </p:sp>
      <p:sp>
        <p:nvSpPr>
          <p:cNvPr id="5" name="슬라이드 번호 개체 틀 3"/>
          <p:cNvSpPr txBox="1">
            <a:spLocks/>
          </p:cNvSpPr>
          <p:nvPr userDrawn="1"/>
        </p:nvSpPr>
        <p:spPr>
          <a:xfrm>
            <a:off x="5908698" y="6119080"/>
            <a:ext cx="4613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FD6F7B2-6BF5-405E-9100-D56ABF79EB9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3350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감사합니다!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그림 개체 틀 31">
            <a:extLst>
              <a:ext uri="{FF2B5EF4-FFF2-40B4-BE49-F238E27FC236}">
                <a16:creationId xmlns:a16="http://schemas.microsoft.com/office/drawing/2014/main" id="{6BC25646-06FC-4B3E-A74E-268EB8AEA60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86715" y="86714"/>
            <a:ext cx="12018572" cy="6684572"/>
          </a:xfrm>
          <a:solidFill>
            <a:schemeClr val="bg1">
              <a:lumMod val="85000"/>
            </a:schemeClr>
          </a:solidFill>
        </p:spPr>
        <p:txBody>
          <a:bodyPr lIns="360000" tIns="360000" rtlCol="0"/>
          <a:lstStyle>
            <a:lvl1pPr marL="0" indent="0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rtl="0"/>
            <a:r>
              <a:rPr lang="ko-KR" altLang="en-US" noProof="0" dirty="0"/>
              <a:t>여기에 이미지 삽입 또는 끌어서 놓기</a:t>
            </a: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94607" y="2237328"/>
            <a:ext cx="7202786" cy="1449788"/>
          </a:xfrm>
          <a:solidFill>
            <a:schemeClr val="tx1">
              <a:alpha val="80000"/>
            </a:schemeClr>
          </a:solidFill>
        </p:spPr>
        <p:txBody>
          <a:bodyPr lIns="288000" rIns="2160000" bIns="144000" rtlCol="0" anchor="b" anchorCtr="0"/>
          <a:lstStyle>
            <a:lvl1pPr algn="r">
              <a:defRPr sz="6600" spc="-150">
                <a:solidFill>
                  <a:schemeClr val="bg1"/>
                </a:solidFill>
              </a:defRPr>
            </a:lvl1pPr>
          </a:lstStyle>
          <a:p>
            <a:pPr rtl="0"/>
            <a:r>
              <a:rPr lang="ko-KR" altLang="en-US" noProof="0" dirty="0"/>
              <a:t>감사합니다</a:t>
            </a:r>
            <a:r>
              <a:rPr lang="en-US" altLang="ko-KR" noProof="0" dirty="0"/>
              <a:t>!</a:t>
            </a:r>
            <a:endParaRPr lang="ko-KR" altLang="en-ZA" noProof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94607" y="3684672"/>
            <a:ext cx="5282503" cy="1604172"/>
          </a:xfrm>
          <a:solidFill>
            <a:schemeClr val="tx1">
              <a:alpha val="90000"/>
            </a:schemeClr>
          </a:solidFill>
        </p:spPr>
        <p:txBody>
          <a:bodyPr lIns="216000" tIns="144000" rIns="576000" rtlCol="0"/>
          <a:lstStyle>
            <a:lvl1pPr marL="0" indent="0" algn="r">
              <a:buNone/>
              <a:defRPr sz="21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 noProof="0"/>
              <a:t>클릭하여 마스터 부제목 스타일 편집</a:t>
            </a:r>
            <a:endParaRPr lang="ko-KR" altLang="en-ZA" noProof="0" dirty="0"/>
          </a:p>
        </p:txBody>
      </p:sp>
      <p:cxnSp>
        <p:nvCxnSpPr>
          <p:cNvPr id="5" name="직선 연결선(S) 4">
            <a:extLst>
              <a:ext uri="{FF2B5EF4-FFF2-40B4-BE49-F238E27FC236}">
                <a16:creationId xmlns:a16="http://schemas.microsoft.com/office/drawing/2014/main" id="{9688AEDF-1396-4322-8818-9D1C7976FCDF}"/>
              </a:ext>
            </a:extLst>
          </p:cNvPr>
          <p:cNvCxnSpPr>
            <a:cxnSpLocks/>
          </p:cNvCxnSpPr>
          <p:nvPr userDrawn="1"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BC122267-81F5-4D7C-8854-830FD491A4E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667000" y="4142258"/>
            <a:ext cx="4508500" cy="277342"/>
          </a:xfrm>
        </p:spPr>
        <p:txBody>
          <a:bodyPr rtlCol="0" anchor="ctr"/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266700" indent="0" algn="r">
              <a:buNone/>
              <a:defRPr>
                <a:solidFill>
                  <a:schemeClr val="bg1"/>
                </a:solidFill>
              </a:defRPr>
            </a:lvl2pPr>
            <a:lvl3pPr marL="542925" indent="0" algn="r">
              <a:buNone/>
              <a:defRPr>
                <a:solidFill>
                  <a:schemeClr val="bg1"/>
                </a:solidFill>
              </a:defRPr>
            </a:lvl3pPr>
            <a:lvl4pPr marL="809625" indent="0" algn="r">
              <a:buNone/>
              <a:defRPr>
                <a:solidFill>
                  <a:schemeClr val="bg1"/>
                </a:solidFill>
              </a:defRPr>
            </a:lvl4pPr>
            <a:lvl5pPr marL="1076325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 dirty="0"/>
              <a:t>연락처 번호</a:t>
            </a:r>
            <a:endParaRPr lang="ko-KR" altLang="en-ZA" noProof="0" dirty="0"/>
          </a:p>
        </p:txBody>
      </p:sp>
      <p:sp>
        <p:nvSpPr>
          <p:cNvPr id="9" name="텍스트 개체 틀 5">
            <a:extLst>
              <a:ext uri="{FF2B5EF4-FFF2-40B4-BE49-F238E27FC236}">
                <a16:creationId xmlns:a16="http://schemas.microsoft.com/office/drawing/2014/main" id="{D1624B9A-AB57-40B6-89A6-D34ED60BBF0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67000" y="4448040"/>
            <a:ext cx="4508500" cy="277342"/>
          </a:xfrm>
        </p:spPr>
        <p:txBody>
          <a:bodyPr rtlCol="0" anchor="ctr"/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266700" indent="0" algn="r">
              <a:buNone/>
              <a:defRPr>
                <a:solidFill>
                  <a:schemeClr val="bg1"/>
                </a:solidFill>
              </a:defRPr>
            </a:lvl2pPr>
            <a:lvl3pPr marL="542925" indent="0" algn="r">
              <a:buNone/>
              <a:defRPr>
                <a:solidFill>
                  <a:schemeClr val="bg1"/>
                </a:solidFill>
              </a:defRPr>
            </a:lvl3pPr>
            <a:lvl4pPr marL="809625" indent="0" algn="r">
              <a:buNone/>
              <a:defRPr>
                <a:solidFill>
                  <a:schemeClr val="bg1"/>
                </a:solidFill>
              </a:defRPr>
            </a:lvl4pPr>
            <a:lvl5pPr marL="1076325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 dirty="0"/>
              <a:t>전자 메일 또는 소셜 미디어 핸들</a:t>
            </a:r>
            <a:endParaRPr lang="ko-KR" altLang="en-ZA" noProof="0" dirty="0"/>
          </a:p>
        </p:txBody>
      </p:sp>
      <p:sp>
        <p:nvSpPr>
          <p:cNvPr id="8" name="그림 개체 틀 5">
            <a:extLst>
              <a:ext uri="{FF2B5EF4-FFF2-40B4-BE49-F238E27FC236}">
                <a16:creationId xmlns:a16="http://schemas.microsoft.com/office/drawing/2014/main" id="{61EA5FFD-797F-43FF-B13A-5DA8C820EE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065008" y="2587752"/>
            <a:ext cx="1344168" cy="704088"/>
          </a:xfrm>
        </p:spPr>
        <p:txBody>
          <a:bodyPr rtlCol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rtl="0"/>
            <a:r>
              <a:rPr lang="ko-KR" altLang="en-US" noProof="0" dirty="0"/>
              <a:t>로고</a:t>
            </a:r>
          </a:p>
        </p:txBody>
      </p:sp>
      <p:sp>
        <p:nvSpPr>
          <p:cNvPr id="10" name="텍스트 개체 틀 5">
            <a:extLst>
              <a:ext uri="{FF2B5EF4-FFF2-40B4-BE49-F238E27FC236}">
                <a16:creationId xmlns:a16="http://schemas.microsoft.com/office/drawing/2014/main" id="{7436EF9B-F86C-114A-BB87-C439E5F1299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667000" y="4753821"/>
            <a:ext cx="4508500" cy="277342"/>
          </a:xfrm>
        </p:spPr>
        <p:txBody>
          <a:bodyPr rtlCol="0" anchor="ctr"/>
          <a:lstStyle>
            <a:lvl1pPr marL="0" indent="0" algn="r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266700" indent="0" algn="r">
              <a:buNone/>
              <a:defRPr>
                <a:solidFill>
                  <a:schemeClr val="bg1"/>
                </a:solidFill>
              </a:defRPr>
            </a:lvl2pPr>
            <a:lvl3pPr marL="542925" indent="0" algn="r">
              <a:buNone/>
              <a:defRPr>
                <a:solidFill>
                  <a:schemeClr val="bg1"/>
                </a:solidFill>
              </a:defRPr>
            </a:lvl3pPr>
            <a:lvl4pPr marL="809625" indent="0" algn="r">
              <a:buNone/>
              <a:defRPr>
                <a:solidFill>
                  <a:schemeClr val="bg1"/>
                </a:solidFill>
              </a:defRPr>
            </a:lvl4pPr>
            <a:lvl5pPr marL="1076325" indent="0" algn="r">
              <a:buNone/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ko-KR" altLang="en-US" noProof="0" dirty="0"/>
              <a:t>웹 사이트 주소</a:t>
            </a:r>
            <a:endParaRPr lang="ko-KR" altLang="en-ZA" noProof="0" dirty="0"/>
          </a:p>
        </p:txBody>
      </p:sp>
    </p:spTree>
    <p:extLst>
      <p:ext uri="{BB962C8B-B14F-4D97-AF65-F5344CB8AC3E}">
        <p14:creationId xmlns:p14="http://schemas.microsoft.com/office/powerpoint/2010/main" val="3475950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rtl="0"/>
            <a:r>
              <a:rPr lang="ko-KR" altLang="en-US" noProof="0" dirty="0"/>
              <a:t>마스터 제목 스타일 편집</a:t>
            </a:r>
            <a:endParaRPr lang="ko-KR" altLang="en-ZA" noProof="0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40000" cy="468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 rtl="0"/>
            <a:r>
              <a:rPr lang="ko-KR" altLang="en-US" noProof="0" dirty="0"/>
              <a:t>마스터 텍스트 스타일 편집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  <a:endParaRPr lang="ko-KR" altLang="en-ZA" noProof="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E3C8C5B-6356-4B7C-887C-A436D7DB4059}"/>
              </a:ext>
            </a:extLst>
          </p:cNvPr>
          <p:cNvSpPr/>
          <p:nvPr userDrawn="1"/>
        </p:nvSpPr>
        <p:spPr>
          <a:xfrm>
            <a:off x="0" y="6771286"/>
            <a:ext cx="12192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3120C00-0FF6-411F-B2D6-C625ED6BD241}"/>
              </a:ext>
            </a:extLst>
          </p:cNvPr>
          <p:cNvSpPr/>
          <p:nvPr userDrawn="1"/>
        </p:nvSpPr>
        <p:spPr>
          <a:xfrm>
            <a:off x="0" y="0"/>
            <a:ext cx="12192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D142C1D-78E5-4AD5-BEF3-C015D6E3FEBD}"/>
              </a:ext>
            </a:extLst>
          </p:cNvPr>
          <p:cNvSpPr/>
          <p:nvPr userDrawn="1"/>
        </p:nvSpPr>
        <p:spPr>
          <a:xfrm rot="5400000">
            <a:off x="-3385643" y="3385642"/>
            <a:ext cx="6858001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00D9306-2240-47FF-AA2F-DC7C26A008A4}"/>
              </a:ext>
            </a:extLst>
          </p:cNvPr>
          <p:cNvSpPr/>
          <p:nvPr userDrawn="1"/>
        </p:nvSpPr>
        <p:spPr>
          <a:xfrm rot="5400000">
            <a:off x="8719643" y="3385643"/>
            <a:ext cx="6858000" cy="867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ZA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4"/>
          </p:nvPr>
        </p:nvSpPr>
        <p:spPr>
          <a:xfrm>
            <a:off x="5908698" y="6119080"/>
            <a:ext cx="4613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6F7B2-6BF5-405E-9100-D56ABF79EB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3" r:id="rId2"/>
    <p:sldLayoutId id="2147483664" r:id="rId3"/>
    <p:sldLayoutId id="2147483650" r:id="rId4"/>
    <p:sldLayoutId id="2147483652" r:id="rId5"/>
    <p:sldLayoutId id="2147483656" r:id="rId6"/>
    <p:sldLayoutId id="2147483657" r:id="rId7"/>
    <p:sldLayoutId id="2147483668" r:id="rId8"/>
    <p:sldLayoutId id="2147483670" r:id="rId9"/>
    <p:sldLayoutId id="2147483653" r:id="rId10"/>
    <p:sldLayoutId id="2147483673" r:id="rId11"/>
    <p:sldLayoutId id="2147483674" r:id="rId12"/>
    <p:sldLayoutId id="2147483676" r:id="rId13"/>
    <p:sldLayoutId id="2147483677" r:id="rId14"/>
    <p:sldLayoutId id="2147483654" r:id="rId15"/>
    <p:sldLayoutId id="2147483660" r:id="rId16"/>
    <p:sldLayoutId id="2147483661" r:id="rId17"/>
    <p:sldLayoutId id="2147483678" r:id="rId18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266700" indent="-2667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542925" indent="-276225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809625" indent="-2667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076325" indent="-2667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343025" indent="-2667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개체 틀 19" descr="나무 클로즈업&#10;&#10;높은 신뢰도로 생성된 설명">
            <a:extLst>
              <a:ext uri="{FF2B5EF4-FFF2-40B4-BE49-F238E27FC236}">
                <a16:creationId xmlns:a16="http://schemas.microsoft.com/office/drawing/2014/main" id="{3072B96B-8E35-4D15-80A0-1DD4745F75B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제목 5">
            <a:extLst>
              <a:ext uri="{FF2B5EF4-FFF2-40B4-BE49-F238E27FC236}">
                <a16:creationId xmlns:a16="http://schemas.microsoft.com/office/drawing/2014/main" id="{2E3EA56B-BEB0-4656-A20B-D15F03B7AC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768422"/>
            <a:ext cx="7457303" cy="2387600"/>
          </a:xfrm>
        </p:spPr>
        <p:txBody>
          <a:bodyPr rtlCol="0"/>
          <a:lstStyle/>
          <a:p>
            <a:pPr rtl="0"/>
            <a:r>
              <a:rPr lang="ko-KR" altLang="en-US" dirty="0"/>
              <a:t>신규 인력을 위한 </a:t>
            </a:r>
            <a:br>
              <a:rPr lang="en-US" altLang="ko-KR" dirty="0"/>
            </a:br>
            <a:r>
              <a:rPr lang="ko-KR" altLang="en-US" dirty="0"/>
              <a:t>개발 도우미</a:t>
            </a:r>
          </a:p>
        </p:txBody>
      </p:sp>
      <p:sp>
        <p:nvSpPr>
          <p:cNvPr id="7" name="부제목 6">
            <a:extLst>
              <a:ext uri="{FF2B5EF4-FFF2-40B4-BE49-F238E27FC236}">
                <a16:creationId xmlns:a16="http://schemas.microsoft.com/office/drawing/2014/main" id="{DA0FE6D5-D475-4CBB-A6C2-E3D991A368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153578"/>
            <a:ext cx="7457302" cy="936000"/>
          </a:xfrm>
        </p:spPr>
        <p:txBody>
          <a:bodyPr rtlCol="0"/>
          <a:lstStyle/>
          <a:p>
            <a:pPr rtl="0"/>
            <a:r>
              <a:rPr lang="ko-KR" altLang="en-US" dirty="0"/>
              <a:t>솔루션 플랫폼 개발팀</a:t>
            </a:r>
            <a:endParaRPr lang="en-US" altLang="ko-KR" dirty="0"/>
          </a:p>
          <a:p>
            <a:pPr rtl="0"/>
            <a:r>
              <a:rPr lang="ko-KR" altLang="en-US" dirty="0"/>
              <a:t>이원철</a:t>
            </a:r>
          </a:p>
        </p:txBody>
      </p:sp>
      <p:sp>
        <p:nvSpPr>
          <p:cNvPr id="47" name="자유형: 도형 46" title="기하 도형">
            <a:extLst>
              <a:ext uri="{FF2B5EF4-FFF2-40B4-BE49-F238E27FC236}">
                <a16:creationId xmlns:a16="http://schemas.microsoft.com/office/drawing/2014/main" id="{B6D0B8EE-8E06-4051-87BF-62C153F3FBBB}"/>
              </a:ext>
            </a:extLst>
          </p:cNvPr>
          <p:cNvSpPr/>
          <p:nvPr/>
        </p:nvSpPr>
        <p:spPr>
          <a:xfrm rot="4308689">
            <a:off x="5269765" y="1275138"/>
            <a:ext cx="1980696" cy="2066510"/>
          </a:xfrm>
          <a:custGeom>
            <a:avLst/>
            <a:gdLst>
              <a:gd name="connsiteX0" fmla="*/ 0 w 1980696"/>
              <a:gd name="connsiteY0" fmla="*/ 2066510 h 2066510"/>
              <a:gd name="connsiteX1" fmla="*/ 1138078 w 1980696"/>
              <a:gd name="connsiteY1" fmla="*/ 0 h 2066510"/>
              <a:gd name="connsiteX2" fmla="*/ 1980696 w 1980696"/>
              <a:gd name="connsiteY2" fmla="*/ 1530016 h 2066510"/>
              <a:gd name="connsiteX3" fmla="*/ 1459417 w 1980696"/>
              <a:gd name="connsiteY3" fmla="*/ 2066510 h 20665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80696" h="2066510">
                <a:moveTo>
                  <a:pt x="0" y="2066510"/>
                </a:moveTo>
                <a:lnTo>
                  <a:pt x="1138078" y="0"/>
                </a:lnTo>
                <a:lnTo>
                  <a:pt x="1980696" y="1530016"/>
                </a:lnTo>
                <a:lnTo>
                  <a:pt x="1459417" y="206651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5234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200" b="1" dirty="0"/>
              <a:t>현업에서의 개발 환경</a:t>
            </a:r>
            <a:endParaRPr lang="en-US" altLang="ko-KR" sz="2200" b="1" dirty="0"/>
          </a:p>
          <a:p>
            <a:pPr lvl="1"/>
            <a:r>
              <a:rPr lang="en-US" altLang="ko-KR" sz="1800" dirty="0"/>
              <a:t>Linux </a:t>
            </a:r>
            <a:r>
              <a:rPr lang="ko-KR" altLang="en-US" sz="1800" dirty="0"/>
              <a:t>기반의 개발 환경</a:t>
            </a:r>
            <a:endParaRPr lang="en-US" altLang="ko-KR" sz="1800" dirty="0"/>
          </a:p>
          <a:p>
            <a:pPr lvl="1"/>
            <a:r>
              <a:rPr lang="ko-KR" altLang="en-US" sz="1800" dirty="0"/>
              <a:t>다양한 </a:t>
            </a:r>
            <a:r>
              <a:rPr lang="en-US" altLang="ko-KR" sz="1800" dirty="0"/>
              <a:t>open source library </a:t>
            </a:r>
            <a:r>
              <a:rPr lang="ko-KR" altLang="en-US" sz="1800" dirty="0"/>
              <a:t>와 </a:t>
            </a:r>
            <a:r>
              <a:rPr lang="en-US" altLang="ko-KR" sz="1800" dirty="0"/>
              <a:t>package </a:t>
            </a:r>
            <a:r>
              <a:rPr lang="ko-KR" altLang="en-US" sz="1800" dirty="0"/>
              <a:t>이용한 개발 환경</a:t>
            </a:r>
            <a:endParaRPr lang="en-US" altLang="ko-KR" sz="1800" dirty="0"/>
          </a:p>
          <a:p>
            <a:pPr lvl="1"/>
            <a:r>
              <a:rPr lang="en-US" altLang="ko-KR" sz="1800" dirty="0"/>
              <a:t>Python, GO, C++ </a:t>
            </a:r>
            <a:r>
              <a:rPr lang="ko-KR" altLang="en-US" sz="1800" dirty="0"/>
              <a:t>등의 다양한 언어 이용</a:t>
            </a:r>
            <a:endParaRPr lang="en-US" altLang="ko-KR" sz="1800" dirty="0"/>
          </a:p>
          <a:p>
            <a:pPr lvl="1"/>
            <a:r>
              <a:rPr lang="en-US" altLang="ko-KR" sz="1800" dirty="0"/>
              <a:t>Virtual/Physical Server </a:t>
            </a:r>
            <a:r>
              <a:rPr lang="ko-KR" altLang="en-US" sz="1800" dirty="0"/>
              <a:t>환경에서의 개발과 </a:t>
            </a:r>
            <a:r>
              <a:rPr lang="en-US" altLang="ko-KR" sz="1800" dirty="0"/>
              <a:t>CI/CD workflow</a:t>
            </a:r>
          </a:p>
          <a:p>
            <a:pPr lvl="1"/>
            <a:r>
              <a:rPr lang="en-US" altLang="ko-KR" sz="1800" dirty="0"/>
              <a:t>…</a:t>
            </a:r>
          </a:p>
          <a:p>
            <a:pPr lvl="1"/>
            <a:endParaRPr lang="en-US" altLang="ko-KR" sz="1800" dirty="0"/>
          </a:p>
          <a:p>
            <a:pPr lvl="1"/>
            <a:endParaRPr lang="en-US" altLang="ko-KR" sz="18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배경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>
          <a:xfrm>
            <a:off x="5525756" y="6085836"/>
            <a:ext cx="432000" cy="432000"/>
          </a:xfrm>
        </p:spPr>
        <p:txBody>
          <a:bodyPr/>
          <a:lstStyle/>
          <a:p>
            <a:fld id="{19B51A1E-902D-48AF-9020-955120F399B6}" type="slidenum">
              <a:rPr lang="en-ZA" altLang="ko-KR" smtClean="0"/>
              <a:pPr/>
              <a:t>2</a:t>
            </a:fld>
            <a:endParaRPr lang="ko-KR" altLang="en-US" dirty="0"/>
          </a:p>
        </p:txBody>
      </p:sp>
      <p:grpSp>
        <p:nvGrpSpPr>
          <p:cNvPr id="9" name="그룹 8"/>
          <p:cNvGrpSpPr/>
          <p:nvPr/>
        </p:nvGrpSpPr>
        <p:grpSpPr>
          <a:xfrm>
            <a:off x="432000" y="3887732"/>
            <a:ext cx="4142148" cy="1189822"/>
            <a:chOff x="716096" y="4252511"/>
            <a:chExt cx="4638102" cy="1189822"/>
          </a:xfrm>
        </p:grpSpPr>
        <p:sp>
          <p:nvSpPr>
            <p:cNvPr id="7" name="모서리가 둥근 직사각형 6"/>
            <p:cNvSpPr/>
            <p:nvPr/>
          </p:nvSpPr>
          <p:spPr>
            <a:xfrm>
              <a:off x="716096" y="4252511"/>
              <a:ext cx="4638102" cy="1189822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911884" y="4573336"/>
              <a:ext cx="4365196" cy="46678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algn="l"/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이번 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Sprint </a:t>
              </a:r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동안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알려준 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test </a:t>
              </a:r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시나리오에 대해서 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TC </a:t>
              </a:r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만들어서 </a:t>
              </a:r>
              <a:r>
                <a:rPr lang="en-US" altLang="ko-KR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PR </a:t>
              </a:r>
              <a:r>
                <a:rPr lang="ko-KR" altLang="en-US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올려줘요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477364" y="2774105"/>
            <a:ext cx="4365196" cy="466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Pytest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Go test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기반의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TC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어떻게 만들죠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 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5985" y="3246446"/>
            <a:ext cx="4715219" cy="466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가이드 대로 했더니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VM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환경에서는 에러가 나는데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어떻게 해결해요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 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5985" y="3937206"/>
            <a:ext cx="5587562" cy="466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Pkg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 없다는데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어디서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어떻게 받고 설치해요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 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28553" y="4382073"/>
            <a:ext cx="5587562" cy="466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Vscode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에서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debug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는 어떻게 해야해요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 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28553" y="4909258"/>
            <a:ext cx="5587562" cy="466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우리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S/W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는 어떻게 설치하고 실행해요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  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77364" y="5358216"/>
            <a:ext cx="5587562" cy="466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말씀하신게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뭔지 모르겠어요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77364" y="5768749"/>
            <a:ext cx="5587562" cy="466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CI/CD workflow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는 어디서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어떻게 수정해요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 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오른쪽 화살표 16"/>
          <p:cNvSpPr/>
          <p:nvPr/>
        </p:nvSpPr>
        <p:spPr>
          <a:xfrm>
            <a:off x="5043356" y="4255472"/>
            <a:ext cx="914400" cy="454342"/>
          </a:xfrm>
          <a:prstGeom prst="rightArrow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/>
        </p:nvSpPr>
        <p:spPr>
          <a:xfrm>
            <a:off x="4737253" y="5077554"/>
            <a:ext cx="1220503" cy="4529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77364" y="6161455"/>
            <a:ext cx="4365196" cy="466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982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/>
          <p:cNvSpPr/>
          <p:nvPr/>
        </p:nvSpPr>
        <p:spPr>
          <a:xfrm>
            <a:off x="154236" y="2478795"/>
            <a:ext cx="5158478" cy="36402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배경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4" name="내용 개체 틀 1"/>
          <p:cNvSpPr txBox="1">
            <a:spLocks/>
          </p:cNvSpPr>
          <p:nvPr/>
        </p:nvSpPr>
        <p:spPr>
          <a:xfrm>
            <a:off x="432000" y="1152000"/>
            <a:ext cx="11340000" cy="4680000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42925" indent="-27622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809625" indent="-2667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076325" indent="-2667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343025" indent="-2667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200" b="1" dirty="0" err="1"/>
              <a:t>Chatbot</a:t>
            </a:r>
            <a:r>
              <a:rPr lang="en-US" altLang="ko-KR" sz="2200" b="1" dirty="0"/>
              <a:t> </a:t>
            </a:r>
            <a:r>
              <a:rPr lang="ko-KR" altLang="en-US" sz="2200" b="1" dirty="0"/>
              <a:t>통한 개발 도우미</a:t>
            </a:r>
            <a:endParaRPr lang="en-US" altLang="ko-KR" sz="2200" b="1" dirty="0"/>
          </a:p>
          <a:p>
            <a:pPr lvl="1"/>
            <a:r>
              <a:rPr lang="ko-KR" altLang="en-US" dirty="0"/>
              <a:t>현업에서 부딪히는 많은 문제들에 대한 가이드 할 수 있는 경험 많은 개발자 </a:t>
            </a:r>
            <a:r>
              <a:rPr lang="en-US" altLang="ko-KR" dirty="0"/>
              <a:t>Bot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sz="1800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0016" y="3051484"/>
            <a:ext cx="1773012" cy="2049326"/>
          </a:xfrm>
          <a:prstGeom prst="rect">
            <a:avLst/>
          </a:prstGeom>
        </p:spPr>
      </p:pic>
      <p:cxnSp>
        <p:nvCxnSpPr>
          <p:cNvPr id="7" name="직선 화살표 연결선 6"/>
          <p:cNvCxnSpPr/>
          <p:nvPr/>
        </p:nvCxnSpPr>
        <p:spPr>
          <a:xfrm flipV="1">
            <a:off x="5312714" y="4237395"/>
            <a:ext cx="909239" cy="6714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0811" y="2603963"/>
            <a:ext cx="4365196" cy="466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Pytest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Go test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기반의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TC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어떻게 만들죠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 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9432" y="3076304"/>
            <a:ext cx="4715219" cy="466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가이드 대로 했더니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VM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환경에서는 에러가 나는데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어떻게 해결해요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 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6406" y="3748355"/>
            <a:ext cx="4856308" cy="466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Pkg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 없다는데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어디서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어떻게 받고 설치해요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 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56406" y="4221674"/>
            <a:ext cx="5587562" cy="466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Vscode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에서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debug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는 어떻게 해야해요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 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2000" y="4739116"/>
            <a:ext cx="5587562" cy="466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우리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S/W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는 어떻게 설치하고 실행해요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  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0811" y="5188074"/>
            <a:ext cx="5587562" cy="466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말씀하신게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뭔지 모르겠어요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80811" y="5598607"/>
            <a:ext cx="5587562" cy="46678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CI/CD workflow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는 어디서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어떻게 수정해요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 </a:t>
            </a: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모서리가 둥근 직사각형 19"/>
          <p:cNvSpPr/>
          <p:nvPr/>
        </p:nvSpPr>
        <p:spPr>
          <a:xfrm>
            <a:off x="9200330" y="2919304"/>
            <a:ext cx="2423709" cy="30810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개인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wiki pages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9200329" y="3840630"/>
            <a:ext cx="2423710" cy="557052"/>
          </a:xfrm>
          <a:prstGeom prst="roundRect">
            <a:avLst/>
          </a:prstGeom>
          <a:solidFill>
            <a:srgbClr val="AAC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Mosaic/wiki</a:t>
            </a:r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에서의 </a:t>
            </a:r>
            <a:b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trouble shooting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9200330" y="4837907"/>
            <a:ext cx="2423710" cy="557052"/>
          </a:xfrm>
          <a:prstGeom prst="roundRect">
            <a:avLst/>
          </a:prstGeom>
          <a:solidFill>
            <a:srgbClr val="AAC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기술 설명 </a:t>
            </a:r>
            <a:r>
              <a:rPr lang="en-US" altLang="ko-K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wiki</a:t>
            </a:r>
            <a:endParaRPr lang="ko-KR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5" name="직선 화살표 연결선 24"/>
          <p:cNvCxnSpPr>
            <a:stCxn id="20" idx="1"/>
          </p:cNvCxnSpPr>
          <p:nvPr/>
        </p:nvCxnSpPr>
        <p:spPr>
          <a:xfrm flipH="1">
            <a:off x="8212112" y="3073355"/>
            <a:ext cx="988218" cy="58519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22" idx="1"/>
          </p:cNvCxnSpPr>
          <p:nvPr/>
        </p:nvCxnSpPr>
        <p:spPr>
          <a:xfrm flipH="1">
            <a:off x="8212112" y="4119156"/>
            <a:ext cx="988217" cy="3889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23" idx="1"/>
          </p:cNvCxnSpPr>
          <p:nvPr/>
        </p:nvCxnSpPr>
        <p:spPr>
          <a:xfrm flipH="1" flipV="1">
            <a:off x="8212112" y="4694011"/>
            <a:ext cx="988218" cy="4224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9200329" y="3264494"/>
            <a:ext cx="2556905" cy="2242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*Project :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이들 중 한 페이지 내용 사용</a:t>
            </a:r>
          </a:p>
        </p:txBody>
      </p:sp>
    </p:spTree>
    <p:extLst>
      <p:ext uri="{BB962C8B-B14F-4D97-AF65-F5344CB8AC3E}">
        <p14:creationId xmlns:p14="http://schemas.microsoft.com/office/powerpoint/2010/main" val="2703278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Architecture</a:t>
            </a:r>
            <a:endParaRPr lang="ko-KR" altLang="en-US" b="1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5621827" y="5893815"/>
            <a:ext cx="461318" cy="365125"/>
          </a:xfrm>
        </p:spPr>
        <p:txBody>
          <a:bodyPr/>
          <a:lstStyle/>
          <a:p>
            <a:fld id="{AFD6F7B2-6BF5-405E-9100-D56ABF79EB9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C482FE82-4D69-4442-ADD9-A23A1CBEBF3F}"/>
              </a:ext>
            </a:extLst>
          </p:cNvPr>
          <p:cNvSpPr/>
          <p:nvPr/>
        </p:nvSpPr>
        <p:spPr>
          <a:xfrm>
            <a:off x="5123922" y="990242"/>
            <a:ext cx="1694329" cy="699247"/>
          </a:xfrm>
          <a:prstGeom prst="ellipse">
            <a:avLst/>
          </a:prstGeom>
          <a:solidFill>
            <a:srgbClr val="AAC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도우미 </a:t>
            </a:r>
            <a:r>
              <a:rPr lang="en-US" altLang="ko-KR" b="1" dirty="0">
                <a:solidFill>
                  <a:schemeClr val="tx1"/>
                </a:solidFill>
              </a:rPr>
              <a:t>Chatbot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4BFC7AC7-EAD1-4095-81F8-45FCDA8F13F2}"/>
              </a:ext>
            </a:extLst>
          </p:cNvPr>
          <p:cNvSpPr/>
          <p:nvPr/>
        </p:nvSpPr>
        <p:spPr>
          <a:xfrm>
            <a:off x="2034988" y="3082710"/>
            <a:ext cx="2205318" cy="699247"/>
          </a:xfrm>
          <a:prstGeom prst="ellipse">
            <a:avLst/>
          </a:prstGeom>
          <a:solidFill>
            <a:srgbClr val="AAC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Reference </a:t>
            </a:r>
            <a:r>
              <a:rPr lang="ko-KR" altLang="en-US" dirty="0">
                <a:solidFill>
                  <a:schemeClr val="tx1"/>
                </a:solidFill>
              </a:rPr>
              <a:t>문서 </a:t>
            </a:r>
            <a:r>
              <a:rPr lang="en-US" altLang="ko-KR" dirty="0">
                <a:solidFill>
                  <a:schemeClr val="tx1"/>
                </a:solidFill>
              </a:rPr>
              <a:t>upload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444A84D-0028-4D07-8CF5-A37C820BF919}"/>
              </a:ext>
            </a:extLst>
          </p:cNvPr>
          <p:cNvSpPr/>
          <p:nvPr/>
        </p:nvSpPr>
        <p:spPr>
          <a:xfrm>
            <a:off x="6083144" y="3008874"/>
            <a:ext cx="2043953" cy="699247"/>
          </a:xfrm>
          <a:prstGeom prst="ellipse">
            <a:avLst/>
          </a:prstGeom>
          <a:solidFill>
            <a:srgbClr val="AAC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DB</a:t>
            </a:r>
            <a:r>
              <a:rPr lang="ko-KR" altLang="en-US" dirty="0">
                <a:solidFill>
                  <a:schemeClr val="tx1"/>
                </a:solidFill>
              </a:rPr>
              <a:t> 검색</a:t>
            </a: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41301F66-86DF-4ACE-889E-AFE323C7C8BD}"/>
              </a:ext>
            </a:extLst>
          </p:cNvPr>
          <p:cNvSpPr/>
          <p:nvPr/>
        </p:nvSpPr>
        <p:spPr>
          <a:xfrm>
            <a:off x="2133599" y="2159347"/>
            <a:ext cx="2043953" cy="479612"/>
          </a:xfrm>
          <a:prstGeom prst="roundRect">
            <a:avLst/>
          </a:prstGeom>
          <a:solidFill>
            <a:srgbClr val="AAC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</a:rPr>
              <a:t>외부</a:t>
            </a:r>
            <a:r>
              <a:rPr lang="en-US" altLang="ko-KR" b="1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chemeClr val="tx1"/>
                </a:solidFill>
              </a:rPr>
              <a:t>지식 활용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464EB46-6443-40CE-8222-7D4C5801355D}"/>
              </a:ext>
            </a:extLst>
          </p:cNvPr>
          <p:cNvSpPr/>
          <p:nvPr/>
        </p:nvSpPr>
        <p:spPr>
          <a:xfrm>
            <a:off x="7660934" y="2159347"/>
            <a:ext cx="2043953" cy="479612"/>
          </a:xfrm>
          <a:prstGeom prst="roundRect">
            <a:avLst/>
          </a:prstGeom>
          <a:solidFill>
            <a:srgbClr val="AAC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LLM</a:t>
            </a:r>
            <a:r>
              <a:rPr lang="ko-KR" altLang="en-US" b="1" dirty="0">
                <a:solidFill>
                  <a:schemeClr val="tx1"/>
                </a:solidFill>
              </a:rPr>
              <a:t> 활용</a:t>
            </a: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65E79ED8-60FC-446B-9AA0-EB927AC06D31}"/>
              </a:ext>
            </a:extLst>
          </p:cNvPr>
          <p:cNvSpPr/>
          <p:nvPr/>
        </p:nvSpPr>
        <p:spPr>
          <a:xfrm>
            <a:off x="2088777" y="4211059"/>
            <a:ext cx="2097740" cy="699247"/>
          </a:xfrm>
          <a:prstGeom prst="ellipse">
            <a:avLst/>
          </a:prstGeom>
          <a:solidFill>
            <a:srgbClr val="AAC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DB</a:t>
            </a:r>
            <a:r>
              <a:rPr lang="ko-KR" altLang="en-US" dirty="0">
                <a:solidFill>
                  <a:schemeClr val="tx1"/>
                </a:solidFill>
              </a:rPr>
              <a:t> 관리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371C4413-388A-47D7-B2A0-2EC9890F678D}"/>
              </a:ext>
            </a:extLst>
          </p:cNvPr>
          <p:cNvSpPr/>
          <p:nvPr/>
        </p:nvSpPr>
        <p:spPr>
          <a:xfrm>
            <a:off x="6083143" y="3904277"/>
            <a:ext cx="2043953" cy="553683"/>
          </a:xfrm>
          <a:prstGeom prst="ellipse">
            <a:avLst/>
          </a:prstGeom>
          <a:solidFill>
            <a:srgbClr val="AAC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Q &amp; A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90511E6-8F06-4264-BCCE-2CF977FA78A3}"/>
              </a:ext>
            </a:extLst>
          </p:cNvPr>
          <p:cNvSpPr/>
          <p:nvPr/>
        </p:nvSpPr>
        <p:spPr>
          <a:xfrm>
            <a:off x="6083143" y="4704542"/>
            <a:ext cx="2043953" cy="517824"/>
          </a:xfrm>
          <a:prstGeom prst="ellipse">
            <a:avLst/>
          </a:prstGeom>
          <a:solidFill>
            <a:srgbClr val="AAC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답변 보강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1A713DAE-DA98-4B8A-A8F7-E0036C3A6DB9}"/>
              </a:ext>
            </a:extLst>
          </p:cNvPr>
          <p:cNvSpPr/>
          <p:nvPr/>
        </p:nvSpPr>
        <p:spPr>
          <a:xfrm>
            <a:off x="6083143" y="5429268"/>
            <a:ext cx="2043953" cy="553683"/>
          </a:xfrm>
          <a:prstGeom prst="ellipse">
            <a:avLst/>
          </a:prstGeom>
          <a:solidFill>
            <a:srgbClr val="AAC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Feedback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0FC8791-B52C-4974-9FF3-73C44604558C}"/>
              </a:ext>
            </a:extLst>
          </p:cNvPr>
          <p:cNvSpPr/>
          <p:nvPr/>
        </p:nvSpPr>
        <p:spPr>
          <a:xfrm>
            <a:off x="9310439" y="3150647"/>
            <a:ext cx="2043953" cy="699247"/>
          </a:xfrm>
          <a:prstGeom prst="ellipse">
            <a:avLst/>
          </a:prstGeom>
          <a:solidFill>
            <a:srgbClr val="AAC1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재 학습 </a:t>
            </a: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6814695A-8553-4B3B-A4FD-FA34A07AB76A}"/>
              </a:ext>
            </a:extLst>
          </p:cNvPr>
          <p:cNvCxnSpPr>
            <a:stCxn id="4" idx="4"/>
            <a:endCxn id="7" idx="0"/>
          </p:cNvCxnSpPr>
          <p:nvPr/>
        </p:nvCxnSpPr>
        <p:spPr>
          <a:xfrm flipH="1">
            <a:off x="3155576" y="1689489"/>
            <a:ext cx="2815511" cy="469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1DE57CB5-C459-43E4-9983-AFCEFB072868}"/>
              </a:ext>
            </a:extLst>
          </p:cNvPr>
          <p:cNvCxnSpPr>
            <a:stCxn id="4" idx="4"/>
            <a:endCxn id="8" idx="0"/>
          </p:cNvCxnSpPr>
          <p:nvPr/>
        </p:nvCxnSpPr>
        <p:spPr>
          <a:xfrm>
            <a:off x="5971087" y="1689489"/>
            <a:ext cx="2711824" cy="4698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11D444E-EF94-45FE-8AC9-89A771B11FA6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 flipH="1">
            <a:off x="3137647" y="2638959"/>
            <a:ext cx="17929" cy="443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35CCD88-1EE1-41D4-8A8F-69241B66E119}"/>
              </a:ext>
            </a:extLst>
          </p:cNvPr>
          <p:cNvCxnSpPr>
            <a:cxnSpLocks/>
            <a:stCxn id="5" idx="4"/>
            <a:endCxn id="9" idx="0"/>
          </p:cNvCxnSpPr>
          <p:nvPr/>
        </p:nvCxnSpPr>
        <p:spPr>
          <a:xfrm>
            <a:off x="3137647" y="3781957"/>
            <a:ext cx="0" cy="4291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804137B-6A3B-4C6F-872B-8B4CD3666A27}"/>
              </a:ext>
            </a:extLst>
          </p:cNvPr>
          <p:cNvSpPr txBox="1"/>
          <p:nvPr/>
        </p:nvSpPr>
        <p:spPr>
          <a:xfrm>
            <a:off x="492362" y="4560682"/>
            <a:ext cx="1476652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</a:t>
            </a:r>
            <a:r>
              <a:rPr lang="en-US" altLang="ko-KR" sz="15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ChromaDB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사용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endParaRPr lang="ko-KR" alt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137AFED-F002-42E4-AB92-8A5353135FF7}"/>
              </a:ext>
            </a:extLst>
          </p:cNvPr>
          <p:cNvSpPr txBox="1"/>
          <p:nvPr/>
        </p:nvSpPr>
        <p:spPr>
          <a:xfrm>
            <a:off x="492363" y="2661756"/>
            <a:ext cx="1476652" cy="3471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[Wiki page 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Word 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파일로 추출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 </a:t>
            </a:r>
            <a:endParaRPr lang="ko-KR" alt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539006C-E8D5-436D-B291-3CEC61638320}"/>
              </a:ext>
            </a:extLst>
          </p:cNvPr>
          <p:cNvSpPr txBox="1"/>
          <p:nvPr/>
        </p:nvSpPr>
        <p:spPr>
          <a:xfrm>
            <a:off x="492362" y="3437660"/>
            <a:ext cx="1325527" cy="3471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[Word file load]</a:t>
            </a:r>
            <a:endParaRPr lang="ko-KR" alt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768DF3-DCD2-4482-B1BA-B173D9E2251E}"/>
              </a:ext>
            </a:extLst>
          </p:cNvPr>
          <p:cNvSpPr txBox="1"/>
          <p:nvPr/>
        </p:nvSpPr>
        <p:spPr>
          <a:xfrm>
            <a:off x="492363" y="4037500"/>
            <a:ext cx="1476652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15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[Embedding model]</a:t>
            </a:r>
            <a:endParaRPr lang="ko-KR" altLang="en-US" sz="1500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4B4A942-4F9C-4B1C-B8C8-4C065E44983B}"/>
              </a:ext>
            </a:extLst>
          </p:cNvPr>
          <p:cNvCxnSpPr>
            <a:stCxn id="8" idx="2"/>
            <a:endCxn id="6" idx="0"/>
          </p:cNvCxnSpPr>
          <p:nvPr/>
        </p:nvCxnSpPr>
        <p:spPr>
          <a:xfrm flipH="1">
            <a:off x="7105121" y="2638959"/>
            <a:ext cx="1577790" cy="369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205EF1A0-0F8C-4507-B3BB-07AA716B1F21}"/>
              </a:ext>
            </a:extLst>
          </p:cNvPr>
          <p:cNvCxnSpPr>
            <a:stCxn id="8" idx="2"/>
            <a:endCxn id="13" idx="0"/>
          </p:cNvCxnSpPr>
          <p:nvPr/>
        </p:nvCxnSpPr>
        <p:spPr>
          <a:xfrm>
            <a:off x="8682911" y="2638959"/>
            <a:ext cx="1649505" cy="511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CF50F5B5-AAEF-4A77-855D-6564EE407D47}"/>
              </a:ext>
            </a:extLst>
          </p:cNvPr>
          <p:cNvCxnSpPr>
            <a:cxnSpLocks/>
            <a:stCxn id="6" idx="4"/>
            <a:endCxn id="10" idx="0"/>
          </p:cNvCxnSpPr>
          <p:nvPr/>
        </p:nvCxnSpPr>
        <p:spPr>
          <a:xfrm flipH="1">
            <a:off x="7105120" y="3708121"/>
            <a:ext cx="1" cy="1961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876D0FD5-9277-48C8-BD39-FBDADE110924}"/>
              </a:ext>
            </a:extLst>
          </p:cNvPr>
          <p:cNvCxnSpPr>
            <a:cxnSpLocks/>
            <a:stCxn id="10" idx="4"/>
            <a:endCxn id="11" idx="0"/>
          </p:cNvCxnSpPr>
          <p:nvPr/>
        </p:nvCxnSpPr>
        <p:spPr>
          <a:xfrm>
            <a:off x="7105120" y="4457960"/>
            <a:ext cx="0" cy="2465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591C48C-0DAF-4A49-A5CC-E84EA5CD7BE8}"/>
              </a:ext>
            </a:extLst>
          </p:cNvPr>
          <p:cNvCxnSpPr>
            <a:cxnSpLocks/>
            <a:stCxn id="11" idx="4"/>
            <a:endCxn id="12" idx="0"/>
          </p:cNvCxnSpPr>
          <p:nvPr/>
        </p:nvCxnSpPr>
        <p:spPr>
          <a:xfrm>
            <a:off x="7105120" y="5222366"/>
            <a:ext cx="0" cy="2069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7ADF0391-A4CA-492F-990A-22B14E989C10}"/>
              </a:ext>
            </a:extLst>
          </p:cNvPr>
          <p:cNvSpPr txBox="1"/>
          <p:nvPr/>
        </p:nvSpPr>
        <p:spPr>
          <a:xfrm>
            <a:off x="5034274" y="4052131"/>
            <a:ext cx="1476652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15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[Question &amp;Answer  model]</a:t>
            </a:r>
            <a:endParaRPr lang="ko-KR" altLang="en-US" sz="1500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E687364-29A7-4C8B-945F-2D273A099BBA}"/>
              </a:ext>
            </a:extLst>
          </p:cNvPr>
          <p:cNvSpPr txBox="1"/>
          <p:nvPr/>
        </p:nvSpPr>
        <p:spPr>
          <a:xfrm>
            <a:off x="5034274" y="4834876"/>
            <a:ext cx="1476652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15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[Generate model]</a:t>
            </a:r>
            <a:endParaRPr lang="ko-KR" altLang="en-US" sz="1500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48DF6F0-27CE-48D9-B5E0-87331EB14CBA}"/>
              </a:ext>
            </a:extLst>
          </p:cNvPr>
          <p:cNvSpPr txBox="1"/>
          <p:nvPr/>
        </p:nvSpPr>
        <p:spPr>
          <a:xfrm>
            <a:off x="5043238" y="5587071"/>
            <a:ext cx="1052762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[Good/Bad]</a:t>
            </a:r>
            <a:endParaRPr lang="ko-KR" alt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F1FFF98-D10F-4C12-8D3E-75DDBA1E27DF}"/>
              </a:ext>
            </a:extLst>
          </p:cNvPr>
          <p:cNvSpPr txBox="1"/>
          <p:nvPr/>
        </p:nvSpPr>
        <p:spPr>
          <a:xfrm>
            <a:off x="10019828" y="3974570"/>
            <a:ext cx="1752171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1500">
                <a:solidFill>
                  <a:schemeClr val="tx1">
                    <a:lumMod val="75000"/>
                    <a:lumOff val="25000"/>
                  </a:schemeClr>
                </a:solidFill>
              </a:rPr>
              <a:t>[Feedback </a:t>
            </a:r>
            <a:r>
              <a:rPr lang="ko-KR" altLang="en-US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기반</a:t>
            </a:r>
            <a:r>
              <a:rPr lang="en-US" altLang="ko-KR" sz="15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</a:t>
            </a:r>
            <a:endParaRPr lang="ko-KR" altLang="en-US" sz="1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DE96FE4-4D5E-4451-A622-942D18223A47}"/>
              </a:ext>
            </a:extLst>
          </p:cNvPr>
          <p:cNvSpPr txBox="1"/>
          <p:nvPr/>
        </p:nvSpPr>
        <p:spPr>
          <a:xfrm>
            <a:off x="10433554" y="2860834"/>
            <a:ext cx="1476652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15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[fine-tune model]</a:t>
            </a:r>
            <a:endParaRPr lang="ko-KR" altLang="en-US" sz="1500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471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82F93-D956-4D1D-B5A6-B333C3A62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UI (</a:t>
            </a:r>
            <a:r>
              <a:rPr lang="ko-KR" altLang="en-US" b="1" dirty="0"/>
              <a:t>외부 데이터 저장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4F1A91-4ECC-4760-A10F-104C40473C7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altLang="ko-KR" sz="2200" b="1" dirty="0"/>
              <a:t>* </a:t>
            </a:r>
            <a:r>
              <a:rPr lang="ko-KR" altLang="en-US" sz="2200" b="1" dirty="0"/>
              <a:t>개발자 </a:t>
            </a:r>
            <a:r>
              <a:rPr lang="en-US" altLang="ko-KR" sz="2200" b="1" dirty="0"/>
              <a:t>wiki page</a:t>
            </a:r>
            <a:r>
              <a:rPr lang="ko-KR" altLang="en-US" sz="2200" b="1" dirty="0"/>
              <a:t> 내용을 </a:t>
            </a:r>
            <a:r>
              <a:rPr lang="en-US" altLang="ko-KR" sz="2200" b="1" dirty="0"/>
              <a:t>word file </a:t>
            </a:r>
            <a:r>
              <a:rPr lang="ko-KR" altLang="en-US" sz="2200" b="1" dirty="0"/>
              <a:t>로 사전 추출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8F4E07-271A-4B93-BC73-BFFFC4F9A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0588D5F-48E7-4868-AA98-BB8AA6AC27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424" y="1801243"/>
            <a:ext cx="7365373" cy="46829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04EAD9-4FFD-43AF-8919-78F129765D50}"/>
              </a:ext>
            </a:extLst>
          </p:cNvPr>
          <p:cNvSpPr txBox="1"/>
          <p:nvPr/>
        </p:nvSpPr>
        <p:spPr>
          <a:xfrm>
            <a:off x="8510910" y="2599765"/>
            <a:ext cx="3016031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Word </a:t>
            </a:r>
            <a:r>
              <a:rPr lang="ko-KR" altLang="en-US" sz="25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문서 </a:t>
            </a:r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upload</a:t>
            </a:r>
          </a:p>
          <a:p>
            <a:pPr marL="457200" indent="-457200" algn="l">
              <a:buAutoNum type="arabicPeriod"/>
            </a:pP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문장 단위로 분리</a:t>
            </a:r>
            <a:endParaRPr lang="en-US" altLang="ko-KR" sz="2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 algn="l">
              <a:buAutoNum type="arabicPeriod"/>
            </a:pP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진행률 표시 </a:t>
            </a: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96E1405B-736F-4E68-9771-C0E4CAC9D77D}"/>
              </a:ext>
            </a:extLst>
          </p:cNvPr>
          <p:cNvSpPr/>
          <p:nvPr/>
        </p:nvSpPr>
        <p:spPr>
          <a:xfrm>
            <a:off x="2653553" y="2599765"/>
            <a:ext cx="5737412" cy="215152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1387605-4B39-4D4A-B535-A6EC8303BB54}"/>
              </a:ext>
            </a:extLst>
          </p:cNvPr>
          <p:cNvSpPr/>
          <p:nvPr/>
        </p:nvSpPr>
        <p:spPr>
          <a:xfrm>
            <a:off x="2533608" y="5334000"/>
            <a:ext cx="5737412" cy="12915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62CA3F-5A86-4684-BF96-94489E574583}"/>
              </a:ext>
            </a:extLst>
          </p:cNvPr>
          <p:cNvSpPr txBox="1"/>
          <p:nvPr/>
        </p:nvSpPr>
        <p:spPr>
          <a:xfrm>
            <a:off x="8521545" y="5334000"/>
            <a:ext cx="3544949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Chroma DB </a:t>
            </a:r>
            <a:r>
              <a:rPr lang="ko-KR" altLang="en-US" sz="25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저장</a:t>
            </a:r>
            <a:endParaRPr lang="en-US" altLang="ko-KR" sz="2500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 algn="l">
              <a:buAutoNum type="arabicPeriod"/>
            </a:pPr>
            <a:r>
              <a:rPr lang="ko-KR" altLang="en-US" sz="25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문장 단위 </a:t>
            </a:r>
            <a:r>
              <a:rPr lang="en-US" altLang="ko-KR" sz="25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embedding</a:t>
            </a:r>
          </a:p>
          <a:p>
            <a:pPr marL="457200" indent="-457200" algn="l">
              <a:buAutoNum type="arabicPeriod"/>
            </a:pPr>
            <a:r>
              <a:rPr lang="ko-KR" altLang="en-US" sz="25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진행률 표시</a:t>
            </a:r>
            <a:endParaRPr lang="en-US" altLang="ko-KR" sz="2500" b="1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indent="-457200" algn="l">
              <a:buAutoNum type="arabicPeriod"/>
            </a:pPr>
            <a:endParaRPr lang="ko-KR" altLang="en-US" sz="2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FFECA3E-2865-4F24-A63E-292591A15F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59" y="1801243"/>
            <a:ext cx="7365373" cy="4682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832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740649-98E6-4150-BCFD-EDCE9F6CF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UI (Chatbot)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2EBB4E-80EF-42EB-A201-E90DE350D27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2200" b="1" dirty="0"/>
              <a:t>입력 질문에 대한 답변과 </a:t>
            </a:r>
            <a:r>
              <a:rPr lang="en-US" altLang="ko-KR" sz="2200" b="1" dirty="0"/>
              <a:t>good/bad </a:t>
            </a:r>
            <a:r>
              <a:rPr lang="ko-KR" altLang="en-US" sz="2200" b="1" dirty="0"/>
              <a:t>통한 </a:t>
            </a:r>
            <a:r>
              <a:rPr lang="en-US" altLang="ko-KR" sz="2200" b="1" dirty="0"/>
              <a:t>feedback </a:t>
            </a:r>
            <a:r>
              <a:rPr lang="ko-KR" altLang="en-US" sz="2200" b="1" dirty="0"/>
              <a:t>입력</a:t>
            </a:r>
            <a:r>
              <a:rPr lang="en-US" altLang="ko-KR" sz="2200" b="1" dirty="0"/>
              <a:t>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200" b="1" dirty="0"/>
              <a:t>Feedback</a:t>
            </a:r>
            <a:r>
              <a:rPr lang="ko-KR" altLang="en-US" sz="2200" b="1" dirty="0"/>
              <a:t> 기반으로 </a:t>
            </a:r>
            <a:r>
              <a:rPr lang="en-US" altLang="ko-KR" sz="2200" b="1" dirty="0"/>
              <a:t>finetune </a:t>
            </a:r>
            <a:endParaRPr lang="ko-KR" altLang="en-US" sz="2200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30C800-135B-42D6-A339-5C111A79E3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56AEBA-044A-4906-9FDC-7949C1807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476" y="2100811"/>
            <a:ext cx="7395488" cy="43251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F22D50-A683-4024-839C-A6361B95EBDD}"/>
              </a:ext>
            </a:extLst>
          </p:cNvPr>
          <p:cNvSpPr txBox="1"/>
          <p:nvPr/>
        </p:nvSpPr>
        <p:spPr>
          <a:xfrm>
            <a:off x="8390964" y="3081883"/>
            <a:ext cx="1891552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sz="2500" b="1">
                <a:solidFill>
                  <a:schemeClr val="tx1">
                    <a:lumMod val="75000"/>
                    <a:lumOff val="25000"/>
                  </a:schemeClr>
                </a:solidFill>
              </a:rPr>
              <a:t>질문 입력</a:t>
            </a:r>
            <a:endParaRPr lang="ko-KR" altLang="en-US" sz="2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B2F2D-06B1-4753-B90A-98EE5A562BFE}"/>
              </a:ext>
            </a:extLst>
          </p:cNvPr>
          <p:cNvSpPr txBox="1"/>
          <p:nvPr/>
        </p:nvSpPr>
        <p:spPr>
          <a:xfrm>
            <a:off x="8592341" y="3843883"/>
            <a:ext cx="3380350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RAG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기반 답변</a:t>
            </a:r>
            <a:endParaRPr lang="en-US" altLang="ko-KR" sz="2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자연어 처리 답변</a:t>
            </a:r>
            <a:endParaRPr lang="en-US" altLang="ko-KR" sz="2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2.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외부 지식 </a:t>
            </a:r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 </a:t>
            </a:r>
            <a:b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답변 </a:t>
            </a:r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history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활용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9766EA8-4741-4A97-9DF3-39748E51FA02}"/>
              </a:ext>
            </a:extLst>
          </p:cNvPr>
          <p:cNvSpPr/>
          <p:nvPr/>
        </p:nvSpPr>
        <p:spPr>
          <a:xfrm>
            <a:off x="3092824" y="3702424"/>
            <a:ext cx="5298138" cy="97715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859018F1-402F-4C78-A362-58D4D0B76A19}"/>
              </a:ext>
            </a:extLst>
          </p:cNvPr>
          <p:cNvSpPr/>
          <p:nvPr/>
        </p:nvSpPr>
        <p:spPr>
          <a:xfrm>
            <a:off x="3048957" y="3009901"/>
            <a:ext cx="5298138" cy="55581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4B9BA455-5245-46D0-8419-4A54C91C2C0A}"/>
              </a:ext>
            </a:extLst>
          </p:cNvPr>
          <p:cNvSpPr/>
          <p:nvPr/>
        </p:nvSpPr>
        <p:spPr>
          <a:xfrm>
            <a:off x="3048957" y="4715676"/>
            <a:ext cx="5298138" cy="7081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A16CA3-9789-4F7D-A5EF-4BE1C39AA93C}"/>
              </a:ext>
            </a:extLst>
          </p:cNvPr>
          <p:cNvSpPr txBox="1"/>
          <p:nvPr/>
        </p:nvSpPr>
        <p:spPr>
          <a:xfrm>
            <a:off x="6139357" y="5250777"/>
            <a:ext cx="3380350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Feedback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입력</a:t>
            </a:r>
          </a:p>
        </p:txBody>
      </p:sp>
    </p:spTree>
    <p:extLst>
      <p:ext uri="{BB962C8B-B14F-4D97-AF65-F5344CB8AC3E}">
        <p14:creationId xmlns:p14="http://schemas.microsoft.com/office/powerpoint/2010/main" val="26431082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63EBE-154E-4E1C-8B7F-31ECD87EF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UI (Finetune)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C4C705-3A5C-447E-BD13-E800E7A5178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altLang="ko-KR" sz="2200" b="1" dirty="0"/>
              <a:t>* </a:t>
            </a:r>
            <a:r>
              <a:rPr lang="ko-KR" altLang="en-US" sz="2200" b="1" dirty="0"/>
              <a:t>사용자 </a:t>
            </a:r>
            <a:r>
              <a:rPr lang="en-US" altLang="ko-KR" sz="2200" b="1" dirty="0"/>
              <a:t>feedback </a:t>
            </a:r>
            <a:r>
              <a:rPr lang="ko-KR" altLang="en-US" sz="2200" b="1" dirty="0"/>
              <a:t>기반으로 추가 학습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5E7205-3AC2-49DF-8249-FBA83DBFBA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A7262C-F391-4D70-9498-B3D2EC7E4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50" y="1700212"/>
            <a:ext cx="8343900" cy="3457575"/>
          </a:xfrm>
          <a:prstGeom prst="rect">
            <a:avLst/>
          </a:prstGeom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D5602BC-25A3-456B-AE48-148B74033FD6}"/>
              </a:ext>
            </a:extLst>
          </p:cNvPr>
          <p:cNvSpPr/>
          <p:nvPr/>
        </p:nvSpPr>
        <p:spPr>
          <a:xfrm>
            <a:off x="4805082" y="3307976"/>
            <a:ext cx="5576047" cy="174811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B9FF4-A842-4F5E-B56B-F13F1058089C}"/>
              </a:ext>
            </a:extLst>
          </p:cNvPr>
          <p:cNvSpPr txBox="1"/>
          <p:nvPr/>
        </p:nvSpPr>
        <p:spPr>
          <a:xfrm>
            <a:off x="5063592" y="5117758"/>
            <a:ext cx="6258832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 이상의 피드백 수집 후</a:t>
            </a:r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finetune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가능</a:t>
            </a:r>
          </a:p>
        </p:txBody>
      </p:sp>
    </p:spTree>
    <p:extLst>
      <p:ext uri="{BB962C8B-B14F-4D97-AF65-F5344CB8AC3E}">
        <p14:creationId xmlns:p14="http://schemas.microsoft.com/office/powerpoint/2010/main" val="2465059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59DB5E-F671-4A2D-A9C4-9811D0DD2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구현 설명 </a:t>
            </a:r>
            <a:r>
              <a:rPr lang="en-US" altLang="ko-KR" b="1" dirty="0"/>
              <a:t>(</a:t>
            </a:r>
            <a:r>
              <a:rPr lang="ko-KR" altLang="en-US" b="1" dirty="0"/>
              <a:t>파일 구조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D98FC8-A337-419E-AD27-9967BCB9A3D6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ko-KR" altLang="en-US" sz="2200" b="1" dirty="0"/>
              <a:t>주요 담당 기능별로 파일로 분리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0290A3-3E67-44D9-ACB8-98C047F86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3896F6-F00E-4BA2-8706-A304BB0DE6A5}"/>
              </a:ext>
            </a:extLst>
          </p:cNvPr>
          <p:cNvSpPr/>
          <p:nvPr/>
        </p:nvSpPr>
        <p:spPr>
          <a:xfrm>
            <a:off x="1577788" y="3429000"/>
            <a:ext cx="1927412" cy="4840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Chatbot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B2CFC9F-C164-49F6-8F4E-386D68D863F0}"/>
              </a:ext>
            </a:extLst>
          </p:cNvPr>
          <p:cNvSpPr/>
          <p:nvPr/>
        </p:nvSpPr>
        <p:spPr>
          <a:xfrm>
            <a:off x="4742329" y="2192368"/>
            <a:ext cx="1927412" cy="4840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Main.py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3DB7A95-6C37-4606-9AF0-7DDF00122560}"/>
              </a:ext>
            </a:extLst>
          </p:cNvPr>
          <p:cNvSpPr/>
          <p:nvPr/>
        </p:nvSpPr>
        <p:spPr>
          <a:xfrm>
            <a:off x="4785686" y="3006516"/>
            <a:ext cx="1927412" cy="4840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Load_model.py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195EBA7-7145-4378-B35B-EC92001684EB}"/>
              </a:ext>
            </a:extLst>
          </p:cNvPr>
          <p:cNvSpPr/>
          <p:nvPr/>
        </p:nvSpPr>
        <p:spPr>
          <a:xfrm>
            <a:off x="4785686" y="3893487"/>
            <a:ext cx="1927412" cy="4840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Feedback.py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8C09E74-0839-4E97-86D4-1D2F61E668B0}"/>
              </a:ext>
            </a:extLst>
          </p:cNvPr>
          <p:cNvSpPr/>
          <p:nvPr/>
        </p:nvSpPr>
        <p:spPr>
          <a:xfrm>
            <a:off x="4804572" y="4842069"/>
            <a:ext cx="1927412" cy="4840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solidFill>
                  <a:schemeClr val="tx1"/>
                </a:solidFill>
              </a:rPr>
              <a:t>Finetune_LoRA.py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C55CA5A-D8CA-474C-96DF-1B13678ABC00}"/>
              </a:ext>
            </a:extLst>
          </p:cNvPr>
          <p:cNvCxnSpPr>
            <a:stCxn id="6" idx="1"/>
            <a:endCxn id="5" idx="3"/>
          </p:cNvCxnSpPr>
          <p:nvPr/>
        </p:nvCxnSpPr>
        <p:spPr>
          <a:xfrm rot="10800000" flipV="1">
            <a:off x="3505201" y="2434416"/>
            <a:ext cx="1237129" cy="123663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F5EDBA94-C534-421A-AFDC-44D97C84E714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505200" y="3671048"/>
            <a:ext cx="1299372" cy="1413069"/>
          </a:xfrm>
          <a:prstGeom prst="bentConnector3">
            <a:avLst>
              <a:gd name="adj1" fmla="val 4724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연결선: 꺾임 15">
            <a:extLst>
              <a:ext uri="{FF2B5EF4-FFF2-40B4-BE49-F238E27FC236}">
                <a16:creationId xmlns:a16="http://schemas.microsoft.com/office/drawing/2014/main" id="{779C4899-F40F-4BE3-9C4F-FD56F2865566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3505200" y="3671048"/>
            <a:ext cx="1280486" cy="464487"/>
          </a:xfrm>
          <a:prstGeom prst="bentConnector3">
            <a:avLst>
              <a:gd name="adj1" fmla="val 479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연결선: 꺾임 18">
            <a:extLst>
              <a:ext uri="{FF2B5EF4-FFF2-40B4-BE49-F238E27FC236}">
                <a16:creationId xmlns:a16="http://schemas.microsoft.com/office/drawing/2014/main" id="{8D8A1322-9E3D-4286-A31B-37E5A8DB761C}"/>
              </a:ext>
            </a:extLst>
          </p:cNvPr>
          <p:cNvCxnSpPr>
            <a:stCxn id="5" idx="3"/>
            <a:endCxn id="7" idx="1"/>
          </p:cNvCxnSpPr>
          <p:nvPr/>
        </p:nvCxnSpPr>
        <p:spPr>
          <a:xfrm flipV="1">
            <a:off x="3505200" y="3248564"/>
            <a:ext cx="1280486" cy="422484"/>
          </a:xfrm>
          <a:prstGeom prst="bentConnector3">
            <a:avLst>
              <a:gd name="adj1" fmla="val 485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A2CE2288-850A-45CD-B1E2-4C12C57BDD66}"/>
              </a:ext>
            </a:extLst>
          </p:cNvPr>
          <p:cNvSpPr txBox="1"/>
          <p:nvPr/>
        </p:nvSpPr>
        <p:spPr>
          <a:xfrm>
            <a:off x="6938172" y="2219222"/>
            <a:ext cx="3577428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UI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와 기능 </a:t>
            </a:r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담당</a:t>
            </a:r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ko-KR" altLang="en-US" sz="2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B033588-C08B-4E6A-9093-40F2C162D9B5}"/>
              </a:ext>
            </a:extLst>
          </p:cNvPr>
          <p:cNvSpPr txBox="1"/>
          <p:nvPr/>
        </p:nvSpPr>
        <p:spPr>
          <a:xfrm>
            <a:off x="6938172" y="3072846"/>
            <a:ext cx="3577428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 </a:t>
            </a:r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model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관리 담당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EDEA49-CA13-43BC-917D-CD594A7BDE58}"/>
              </a:ext>
            </a:extLst>
          </p:cNvPr>
          <p:cNvSpPr txBox="1"/>
          <p:nvPr/>
        </p:nvSpPr>
        <p:spPr>
          <a:xfrm>
            <a:off x="6938172" y="4030465"/>
            <a:ext cx="3577428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답변과 </a:t>
            </a:r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Feedback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관리담당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9D09B3-A316-47E5-B4C2-60F4E8E179D6}"/>
              </a:ext>
            </a:extLst>
          </p:cNvPr>
          <p:cNvSpPr txBox="1"/>
          <p:nvPr/>
        </p:nvSpPr>
        <p:spPr>
          <a:xfrm>
            <a:off x="6938172" y="4910557"/>
            <a:ext cx="4572510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25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LoRA</a:t>
            </a:r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기반 </a:t>
            </a:r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finetune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기능 담당</a:t>
            </a:r>
          </a:p>
        </p:txBody>
      </p:sp>
    </p:spTree>
    <p:extLst>
      <p:ext uri="{BB962C8B-B14F-4D97-AF65-F5344CB8AC3E}">
        <p14:creationId xmlns:p14="http://schemas.microsoft.com/office/powerpoint/2010/main" val="3801699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CC7A8-E39D-41D2-AEAC-4195E5791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Main.py (1. </a:t>
            </a:r>
            <a:r>
              <a:rPr lang="ko-KR" altLang="en-US" b="1" dirty="0"/>
              <a:t>데이터 저장 </a:t>
            </a:r>
            <a:r>
              <a:rPr lang="en-US" altLang="ko-KR" b="1" dirty="0"/>
              <a:t>Sidebar)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440D8E-7E83-4494-B1D7-36194097508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altLang="ko-KR" sz="2200" b="1" dirty="0"/>
              <a:t>File</a:t>
            </a:r>
            <a:r>
              <a:rPr lang="ko-KR" altLang="en-US" sz="2200" b="1" dirty="0"/>
              <a:t> </a:t>
            </a:r>
            <a:r>
              <a:rPr lang="en-US" altLang="ko-KR" sz="2200" b="1" dirty="0"/>
              <a:t>load</a:t>
            </a:r>
            <a:r>
              <a:rPr lang="ko-KR" altLang="en-US" sz="2200" b="1" dirty="0"/>
              <a:t> 와 </a:t>
            </a:r>
            <a:r>
              <a:rPr lang="en-US" altLang="ko-KR" sz="2200" b="1" dirty="0"/>
              <a:t>vector DB </a:t>
            </a:r>
            <a:r>
              <a:rPr lang="ko-KR" altLang="en-US" sz="2200" b="1" dirty="0"/>
              <a:t>저장</a:t>
            </a:r>
            <a:endParaRPr lang="ko-KR" altLang="en-US" sz="22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1047B6-4CF7-4CB9-B33A-85969B396C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0D161DD-D502-4B38-B745-817E8BA9D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9" y="1572561"/>
            <a:ext cx="7365373" cy="468296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6DCF822-7BF0-4973-AAFB-BB33B1D36D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3872" y="2927172"/>
            <a:ext cx="7739869" cy="378598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4D41628-8E1D-432D-ACE2-64C20CC1B3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516" y="27726"/>
            <a:ext cx="2181225" cy="1328835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94D54C25-BD47-47F8-A8E4-B3268F048BDE}"/>
              </a:ext>
            </a:extLst>
          </p:cNvPr>
          <p:cNvSpPr/>
          <p:nvPr/>
        </p:nvSpPr>
        <p:spPr>
          <a:xfrm>
            <a:off x="4894729" y="4329953"/>
            <a:ext cx="5316071" cy="4482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D8EBCA7-5839-43AF-91FF-57864620555C}"/>
              </a:ext>
            </a:extLst>
          </p:cNvPr>
          <p:cNvSpPr/>
          <p:nvPr/>
        </p:nvSpPr>
        <p:spPr>
          <a:xfrm>
            <a:off x="4894729" y="5684564"/>
            <a:ext cx="5316071" cy="9313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B5C1735-DAE7-42FD-963A-FE52812E3781}"/>
              </a:ext>
            </a:extLst>
          </p:cNvPr>
          <p:cNvCxnSpPr>
            <a:stCxn id="11" idx="1"/>
          </p:cNvCxnSpPr>
          <p:nvPr/>
        </p:nvCxnSpPr>
        <p:spPr>
          <a:xfrm flipH="1" flipV="1">
            <a:off x="3433482" y="3881718"/>
            <a:ext cx="1461247" cy="67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1F459AC-55F4-47C0-865D-06217219FE12}"/>
              </a:ext>
            </a:extLst>
          </p:cNvPr>
          <p:cNvCxnSpPr/>
          <p:nvPr/>
        </p:nvCxnSpPr>
        <p:spPr>
          <a:xfrm flipH="1" flipV="1">
            <a:off x="3433482" y="5695228"/>
            <a:ext cx="1461247" cy="672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3584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4664C3-B6EA-4D38-93E6-886F26E2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Main.py (2. Word</a:t>
            </a:r>
            <a:r>
              <a:rPr lang="ko-KR" altLang="en-US" b="1" dirty="0"/>
              <a:t> </a:t>
            </a:r>
            <a:r>
              <a:rPr lang="en-US" altLang="ko-KR" b="1" dirty="0"/>
              <a:t>file</a:t>
            </a:r>
            <a:r>
              <a:rPr lang="ko-KR" altLang="en-US" b="1" dirty="0"/>
              <a:t> </a:t>
            </a:r>
            <a:r>
              <a:rPr lang="en-US" altLang="ko-KR" b="1" dirty="0"/>
              <a:t>upload)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FDE446-1C74-48B8-8E7C-B88DD43A6E74}"/>
              </a:ext>
            </a:extLst>
          </p:cNvPr>
          <p:cNvSpPr txBox="1">
            <a:spLocks/>
          </p:cNvSpPr>
          <p:nvPr/>
        </p:nvSpPr>
        <p:spPr>
          <a:xfrm>
            <a:off x="431800" y="1080000"/>
            <a:ext cx="11339513" cy="276561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42925" indent="-27622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809625" indent="-2667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076325" indent="-2667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343025" indent="-2667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200" b="1" dirty="0"/>
              <a:t>개발 환경 설정관련 개발자 </a:t>
            </a:r>
            <a:r>
              <a:rPr lang="en-US" altLang="ko-KR" sz="2200" b="1" dirty="0"/>
              <a:t>wiki page </a:t>
            </a:r>
            <a:r>
              <a:rPr lang="ko-KR" altLang="en-US" sz="2200" b="1" dirty="0"/>
              <a:t>를 </a:t>
            </a:r>
            <a:r>
              <a:rPr lang="en-US" altLang="ko-KR" sz="2200" b="1" dirty="0"/>
              <a:t>word file </a:t>
            </a:r>
            <a:r>
              <a:rPr lang="ko-KR" altLang="en-US" sz="2200" b="1" dirty="0"/>
              <a:t>로 사전 추출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EDE48B-6524-40B7-B489-397A9341DA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5971" y="1967008"/>
            <a:ext cx="7391400" cy="421005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83028B1-C3A6-4008-99F4-F4A73A91CAAC}"/>
              </a:ext>
            </a:extLst>
          </p:cNvPr>
          <p:cNvSpPr/>
          <p:nvPr/>
        </p:nvSpPr>
        <p:spPr>
          <a:xfrm>
            <a:off x="1039906" y="4455460"/>
            <a:ext cx="3541059" cy="609600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EB5F9-F6EF-4A7C-B933-71CC1005BEA0}"/>
              </a:ext>
            </a:extLst>
          </p:cNvPr>
          <p:cNvSpPr txBox="1"/>
          <p:nvPr/>
        </p:nvSpPr>
        <p:spPr>
          <a:xfrm>
            <a:off x="8193885" y="3413577"/>
            <a:ext cx="3577428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Docx2txt library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이용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1C20B628-CCED-40E0-88BA-0023CCD4E267}"/>
              </a:ext>
            </a:extLst>
          </p:cNvPr>
          <p:cNvCxnSpPr>
            <a:endCxn id="7" idx="1"/>
          </p:cNvCxnSpPr>
          <p:nvPr/>
        </p:nvCxnSpPr>
        <p:spPr>
          <a:xfrm flipV="1">
            <a:off x="4580965" y="3587136"/>
            <a:ext cx="3612920" cy="10207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6EC20C-C0A1-49E1-ADC3-760AFD9AD7B6}"/>
              </a:ext>
            </a:extLst>
          </p:cNvPr>
          <p:cNvSpPr/>
          <p:nvPr/>
        </p:nvSpPr>
        <p:spPr>
          <a:xfrm>
            <a:off x="1039905" y="5171382"/>
            <a:ext cx="3541059" cy="100567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1BFA6149-4C35-4407-8195-E05CB7FEF579}"/>
              </a:ext>
            </a:extLst>
          </p:cNvPr>
          <p:cNvCxnSpPr/>
          <p:nvPr/>
        </p:nvCxnSpPr>
        <p:spPr>
          <a:xfrm flipV="1">
            <a:off x="4580964" y="4663903"/>
            <a:ext cx="3612920" cy="102072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A6BE352-1F36-4FC8-8C98-35E65666583B}"/>
              </a:ext>
            </a:extLst>
          </p:cNvPr>
          <p:cNvSpPr txBox="1"/>
          <p:nvPr/>
        </p:nvSpPr>
        <p:spPr>
          <a:xfrm>
            <a:off x="8265603" y="4490344"/>
            <a:ext cx="3577428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문장 단위로 분리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DBDBC0C-00C5-48C3-81E0-F6621CA55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2516" y="27726"/>
            <a:ext cx="2181225" cy="132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014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4664C3-B6EA-4D38-93E6-886F26E2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Continued…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25AC2AD-066D-4A3D-AEF5-E512509AD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85" y="1511114"/>
            <a:ext cx="5067300" cy="3638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16AC5A-C82E-4C7A-8D70-4DE2F54F9D40}"/>
              </a:ext>
            </a:extLst>
          </p:cNvPr>
          <p:cNvSpPr txBox="1"/>
          <p:nvPr/>
        </p:nvSpPr>
        <p:spPr>
          <a:xfrm>
            <a:off x="6158753" y="2751191"/>
            <a:ext cx="4348537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진행 절차를</a:t>
            </a:r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progress bar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활용</a:t>
            </a:r>
          </a:p>
        </p:txBody>
      </p:sp>
    </p:spTree>
    <p:extLst>
      <p:ext uri="{BB962C8B-B14F-4D97-AF65-F5344CB8AC3E}">
        <p14:creationId xmlns:p14="http://schemas.microsoft.com/office/powerpoint/2010/main" val="2868280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4664C3-B6EA-4D38-93E6-886F26E2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시행 착오 </a:t>
            </a:r>
            <a:r>
              <a:rPr lang="en-US" altLang="ko-KR" b="1" dirty="0"/>
              <a:t>#1 (File load) </a:t>
            </a:r>
            <a:endParaRPr lang="ko-KR" altLang="en-US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BCBB9-7507-4786-B12E-90643715EF4A}"/>
              </a:ext>
            </a:extLst>
          </p:cNvPr>
          <p:cNvSpPr txBox="1"/>
          <p:nvPr/>
        </p:nvSpPr>
        <p:spPr>
          <a:xfrm>
            <a:off x="432000" y="1236157"/>
            <a:ext cx="4348537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 Word file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은 어떻게 읽지</a:t>
            </a:r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? </a:t>
            </a:r>
            <a:endParaRPr lang="ko-KR" altLang="en-US" sz="2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16A861-6F71-4892-9AB6-C231C718DEFE}"/>
              </a:ext>
            </a:extLst>
          </p:cNvPr>
          <p:cNvSpPr txBox="1"/>
          <p:nvPr/>
        </p:nvSpPr>
        <p:spPr>
          <a:xfrm>
            <a:off x="6767221" y="1583274"/>
            <a:ext cx="5336471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요청된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Word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파일을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개 문서로 통으로 읽음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.</a:t>
            </a:r>
          </a:p>
          <a:p>
            <a:pPr algn="l"/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FC42F7F-5EC2-4F1B-9C0C-D1636B310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47" y="2173787"/>
            <a:ext cx="5999847" cy="2172003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BAAEA8F-57AD-4C3E-B249-697B5A96F00F}"/>
              </a:ext>
            </a:extLst>
          </p:cNvPr>
          <p:cNvSpPr/>
          <p:nvPr/>
        </p:nvSpPr>
        <p:spPr>
          <a:xfrm>
            <a:off x="502024" y="2572871"/>
            <a:ext cx="3783105" cy="40341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534FC89-B819-4EF6-BAE4-408235F90CF2}"/>
              </a:ext>
            </a:extLst>
          </p:cNvPr>
          <p:cNvCxnSpPr>
            <a:stCxn id="9" idx="3"/>
            <a:endCxn id="5" idx="1"/>
          </p:cNvCxnSpPr>
          <p:nvPr/>
        </p:nvCxnSpPr>
        <p:spPr>
          <a:xfrm flipV="1">
            <a:off x="4285129" y="1743062"/>
            <a:ext cx="2482092" cy="10315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0EF23C5-B151-4F19-AD39-4E2979F8EA1F}"/>
              </a:ext>
            </a:extLst>
          </p:cNvPr>
          <p:cNvSpPr txBox="1"/>
          <p:nvPr/>
        </p:nvSpPr>
        <p:spPr>
          <a:xfrm>
            <a:off x="6767222" y="3646525"/>
            <a:ext cx="5336471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문장단위로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vector DB embedding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목표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5" name="오른쪽 중괄호 14">
            <a:extLst>
              <a:ext uri="{FF2B5EF4-FFF2-40B4-BE49-F238E27FC236}">
                <a16:creationId xmlns:a16="http://schemas.microsoft.com/office/drawing/2014/main" id="{C1D1D789-45AC-486D-A7F6-0A9864C95981}"/>
              </a:ext>
            </a:extLst>
          </p:cNvPr>
          <p:cNvSpPr/>
          <p:nvPr/>
        </p:nvSpPr>
        <p:spPr>
          <a:xfrm>
            <a:off x="4285129" y="3101788"/>
            <a:ext cx="107577" cy="871427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E6C53C5-776F-4E9E-A8AE-07AA59AE321A}"/>
              </a:ext>
            </a:extLst>
          </p:cNvPr>
          <p:cNvCxnSpPr>
            <a:cxnSpLocks/>
            <a:stCxn id="15" idx="1"/>
            <a:endCxn id="14" idx="1"/>
          </p:cNvCxnSpPr>
          <p:nvPr/>
        </p:nvCxnSpPr>
        <p:spPr>
          <a:xfrm>
            <a:off x="4392706" y="3537502"/>
            <a:ext cx="2374516" cy="2688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07647D7-4206-4BAA-9B2E-EF3E74E37106}"/>
              </a:ext>
            </a:extLst>
          </p:cNvPr>
          <p:cNvSpPr txBox="1"/>
          <p:nvPr/>
        </p:nvSpPr>
        <p:spPr>
          <a:xfrm>
            <a:off x="827999" y="4673001"/>
            <a:ext cx="5336471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* </a:t>
            </a:r>
            <a:r>
              <a:rPr lang="ko-KR" altLang="en-US" sz="2000" b="1" dirty="0">
                <a:solidFill>
                  <a:srgbClr val="0070C0"/>
                </a:solidFill>
                <a:latin typeface="+mn-lt"/>
              </a:rPr>
              <a:t>읽고</a:t>
            </a:r>
            <a:r>
              <a:rPr lang="en-US" altLang="ko-KR" sz="2000" b="1" dirty="0">
                <a:solidFill>
                  <a:srgbClr val="0070C0"/>
                </a:solidFill>
                <a:latin typeface="+mn-lt"/>
              </a:rPr>
              <a:t>, </a:t>
            </a:r>
            <a:r>
              <a:rPr lang="ko-KR" altLang="en-US" sz="2000" b="1" dirty="0">
                <a:solidFill>
                  <a:srgbClr val="0070C0"/>
                </a:solidFill>
                <a:latin typeface="+mn-lt"/>
              </a:rPr>
              <a:t>문장 단위 분리에 많은 시간 소모</a:t>
            </a:r>
            <a:endParaRPr lang="en-US" altLang="ko-KR" sz="2000" b="1" dirty="0">
              <a:solidFill>
                <a:srgbClr val="0070C0"/>
              </a:solidFill>
              <a:latin typeface="+mn-lt"/>
            </a:endParaRPr>
          </a:p>
          <a:p>
            <a:pPr algn="l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   - </a:t>
            </a:r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Jupyter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환경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: 5 sec</a:t>
            </a:r>
          </a:p>
          <a:p>
            <a:pPr algn="l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- </a:t>
            </a:r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Streamlit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환경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: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수십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sec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algn="l"/>
            <a:r>
              <a:rPr lang="ko-KR" altLang="en-US" sz="2000" b="1" dirty="0">
                <a:solidFill>
                  <a:srgbClr val="0070C0"/>
                </a:solidFill>
              </a:rPr>
              <a:t>→ </a:t>
            </a:r>
            <a:r>
              <a:rPr lang="ko-KR" altLang="en-US" sz="2000" dirty="0" err="1">
                <a:solidFill>
                  <a:srgbClr val="0070C0"/>
                </a:solidFill>
              </a:rPr>
              <a:t>진행율</a:t>
            </a:r>
            <a:r>
              <a:rPr lang="ko-KR" altLang="en-US" sz="2000" dirty="0">
                <a:solidFill>
                  <a:srgbClr val="0070C0"/>
                </a:solidFill>
              </a:rPr>
              <a:t> 표시로 정상 수행 판단 필요 </a:t>
            </a:r>
            <a:r>
              <a:rPr lang="en-US" altLang="ko-KR" sz="2000" dirty="0">
                <a:solidFill>
                  <a:srgbClr val="0070C0"/>
                </a:solidFill>
              </a:rPr>
              <a:t>-&gt; </a:t>
            </a:r>
            <a:r>
              <a:rPr lang="ko-KR" altLang="en-US" sz="2000" dirty="0">
                <a:solidFill>
                  <a:srgbClr val="0070C0"/>
                </a:solidFill>
              </a:rPr>
              <a:t>전체 문장 수 대비</a:t>
            </a:r>
            <a:r>
              <a:rPr lang="en-US" altLang="ko-KR" sz="2000" dirty="0">
                <a:solidFill>
                  <a:srgbClr val="0070C0"/>
                </a:solidFill>
              </a:rPr>
              <a:t>, </a:t>
            </a:r>
            <a:r>
              <a:rPr lang="ko-KR" altLang="en-US" sz="2000" dirty="0">
                <a:solidFill>
                  <a:srgbClr val="0070C0"/>
                </a:solidFill>
              </a:rPr>
              <a:t>각 문장 분리마다 </a:t>
            </a:r>
            <a:r>
              <a:rPr lang="en-US" altLang="ko-KR" sz="2000" b="1" dirty="0">
                <a:solidFill>
                  <a:srgbClr val="0070C0"/>
                </a:solidFill>
              </a:rPr>
              <a:t>progress bar </a:t>
            </a:r>
            <a:r>
              <a:rPr lang="ko-KR" altLang="en-US" sz="2000" dirty="0">
                <a:solidFill>
                  <a:srgbClr val="0070C0"/>
                </a:solidFill>
              </a:rPr>
              <a:t>활용 </a:t>
            </a:r>
            <a:endParaRPr lang="en-US" altLang="ko-KR" sz="2000" dirty="0">
              <a:solidFill>
                <a:srgbClr val="0070C0"/>
              </a:solidFill>
              <a:latin typeface="+mn-lt"/>
            </a:endParaRPr>
          </a:p>
          <a:p>
            <a:pPr algn="l"/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83938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4664C3-B6EA-4D38-93E6-886F26E2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Continued…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46C736-164B-4778-BEB7-3DF50DEB5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40" y="1323134"/>
            <a:ext cx="6496050" cy="3781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5F54E6-D835-4E7B-9D1D-0A08662785F0}"/>
              </a:ext>
            </a:extLst>
          </p:cNvPr>
          <p:cNvSpPr txBox="1"/>
          <p:nvPr/>
        </p:nvSpPr>
        <p:spPr>
          <a:xfrm>
            <a:off x="7064187" y="1469239"/>
            <a:ext cx="4348537" cy="34711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* Progress </a:t>
            </a:r>
            <a:r>
              <a:rPr lang="ko-KR" alt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가 정상 동작 안함</a:t>
            </a:r>
            <a:endParaRPr lang="en-US" altLang="ko-KR" sz="25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altLang="ko-KR" sz="2800" dirty="0"/>
              <a:t>-</a:t>
            </a:r>
            <a:r>
              <a:rPr lang="ko-KR" altLang="en-US" sz="2800" dirty="0"/>
              <a:t> </a:t>
            </a:r>
            <a:r>
              <a:rPr lang="en-US" altLang="ko-KR" sz="2800" dirty="0" err="1"/>
              <a:t>loader.load</a:t>
            </a:r>
            <a:r>
              <a:rPr lang="en-US" altLang="ko-KR" sz="2800" dirty="0"/>
              <a:t>() </a:t>
            </a:r>
            <a:r>
              <a:rPr lang="ko-KR" altLang="en-US" sz="2800" dirty="0"/>
              <a:t>에서 수십 </a:t>
            </a:r>
            <a:r>
              <a:rPr lang="en-US" altLang="ko-KR" sz="2800" dirty="0"/>
              <a:t>sec blocking</a:t>
            </a:r>
            <a:endParaRPr lang="en-US" altLang="ko-KR" sz="2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ko-KR" altLang="en-US" sz="2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A11119-0AF5-4882-A8A3-AF5751381F66}"/>
              </a:ext>
            </a:extLst>
          </p:cNvPr>
          <p:cNvSpPr txBox="1"/>
          <p:nvPr/>
        </p:nvSpPr>
        <p:spPr>
          <a:xfrm>
            <a:off x="764146" y="5109248"/>
            <a:ext cx="9419760" cy="85123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endParaRPr lang="en-US" altLang="ko-KR" sz="2500" dirty="0"/>
          </a:p>
          <a:p>
            <a:pPr algn="l"/>
            <a:r>
              <a:rPr lang="ko-KR" altLang="en-US" sz="2800" b="1" dirty="0">
                <a:solidFill>
                  <a:srgbClr val="0070C0"/>
                </a:solidFill>
              </a:rPr>
              <a:t>→ 빠른 </a:t>
            </a:r>
            <a:r>
              <a:rPr lang="en-US" altLang="ko-KR" sz="2800" b="1" dirty="0">
                <a:solidFill>
                  <a:srgbClr val="0070C0"/>
                </a:solidFill>
              </a:rPr>
              <a:t>library </a:t>
            </a:r>
            <a:r>
              <a:rPr lang="ko-KR" altLang="en-US" sz="2800" b="1" dirty="0">
                <a:solidFill>
                  <a:srgbClr val="0070C0"/>
                </a:solidFill>
              </a:rPr>
              <a:t>필요 </a:t>
            </a:r>
            <a:r>
              <a:rPr lang="en-US" altLang="ko-KR" sz="2800" b="1" dirty="0">
                <a:solidFill>
                  <a:srgbClr val="0070C0"/>
                </a:solidFill>
              </a:rPr>
              <a:t>(</a:t>
            </a:r>
            <a:r>
              <a:rPr lang="en-US" altLang="ko-KR" sz="2800" b="1" dirty="0" err="1">
                <a:solidFill>
                  <a:srgbClr val="0070C0"/>
                </a:solidFill>
              </a:rPr>
              <a:t>pyton</a:t>
            </a:r>
            <a:r>
              <a:rPr lang="en-US" altLang="ko-KR" sz="2800" b="1" dirty="0">
                <a:solidFill>
                  <a:srgbClr val="0070C0"/>
                </a:solidFill>
              </a:rPr>
              <a:t>-docx, docx2txt) </a:t>
            </a:r>
          </a:p>
          <a:p>
            <a:pPr algn="l"/>
            <a:r>
              <a:rPr lang="en-US" altLang="ko-KR" sz="2800" b="1" dirty="0">
                <a:solidFill>
                  <a:srgbClr val="0070C0"/>
                </a:solidFill>
              </a:rPr>
              <a:t>     - docx2txt </a:t>
            </a:r>
            <a:r>
              <a:rPr lang="ko-KR" altLang="en-US" sz="2800" b="1" dirty="0">
                <a:solidFill>
                  <a:srgbClr val="0070C0"/>
                </a:solidFill>
              </a:rPr>
              <a:t>방법이 문장 개수가 더 많이 확보되어 선택</a:t>
            </a:r>
            <a:endParaRPr lang="en-US" altLang="ko-KR" sz="2500" dirty="0"/>
          </a:p>
          <a:p>
            <a:pPr algn="l"/>
            <a:endParaRPr lang="en-US" altLang="ko-KR" sz="2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ko-KR" altLang="en-US" sz="2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12166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4664C3-B6EA-4D38-93E6-886F26E27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Main.py (3. </a:t>
            </a:r>
            <a:r>
              <a:rPr lang="en-US" altLang="ko-KR" b="1" dirty="0" err="1"/>
              <a:t>VectorDB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28F119-B4E1-446E-AB5C-B152168FDAF1}"/>
              </a:ext>
            </a:extLst>
          </p:cNvPr>
          <p:cNvSpPr txBox="1">
            <a:spLocks/>
          </p:cNvSpPr>
          <p:nvPr/>
        </p:nvSpPr>
        <p:spPr>
          <a:xfrm>
            <a:off x="431800" y="1080000"/>
            <a:ext cx="11339513" cy="276561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42925" indent="-27622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809625" indent="-2667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076325" indent="-2667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343025" indent="-2667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200" b="1" dirty="0"/>
              <a:t>과정에서 배운 </a:t>
            </a:r>
            <a:r>
              <a:rPr lang="en-US" altLang="ko-KR" sz="2200" b="1" dirty="0" err="1"/>
              <a:t>ChromaDB</a:t>
            </a:r>
            <a:r>
              <a:rPr lang="en-US" altLang="ko-KR" sz="2200" b="1" dirty="0"/>
              <a:t> </a:t>
            </a:r>
            <a:r>
              <a:rPr lang="ko-KR" altLang="en-US" sz="2200" b="1" dirty="0"/>
              <a:t>사용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F88E4C-97DB-433A-AA61-08ECFE8A9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32" y="1870541"/>
            <a:ext cx="7486650" cy="467677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8090129-97CD-462A-8FE1-440DC94BA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932" y="1546692"/>
            <a:ext cx="4181475" cy="323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FA601D5-9422-4512-B0BD-74F9B5852C7F}"/>
              </a:ext>
            </a:extLst>
          </p:cNvPr>
          <p:cNvSpPr txBox="1"/>
          <p:nvPr/>
        </p:nvSpPr>
        <p:spPr>
          <a:xfrm>
            <a:off x="5054962" y="1453763"/>
            <a:ext cx="5336471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1.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한글을 좀 더 이해할 수 있는 모델 선택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85C642-768A-4B5E-B19D-D5DC1DAF6BC3}"/>
              </a:ext>
            </a:extLst>
          </p:cNvPr>
          <p:cNvSpPr txBox="1"/>
          <p:nvPr/>
        </p:nvSpPr>
        <p:spPr>
          <a:xfrm>
            <a:off x="7929842" y="4335110"/>
            <a:ext cx="3123640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2.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문장단위로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embedding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하여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DB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저장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1E3FB0-39EC-4E37-AB72-79CCF493E7C9}"/>
              </a:ext>
            </a:extLst>
          </p:cNvPr>
          <p:cNvSpPr txBox="1"/>
          <p:nvPr/>
        </p:nvSpPr>
        <p:spPr>
          <a:xfrm>
            <a:off x="7929842" y="5404237"/>
            <a:ext cx="3123640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3. 2207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개 문장에 대한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progress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현황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00F48A6-7AF7-4DCC-BE46-521D590DE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516" y="27726"/>
            <a:ext cx="2181225" cy="132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747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B27CE-8ACC-410D-B6E1-8D7588B91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시행 착오 </a:t>
            </a:r>
            <a:r>
              <a:rPr lang="en-US" altLang="ko-KR" b="1" dirty="0"/>
              <a:t>#2 (</a:t>
            </a:r>
            <a:r>
              <a:rPr lang="en-US" altLang="ko-KR" b="1" dirty="0" err="1"/>
              <a:t>VectorDB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F8967F-6ABF-4FEF-93D1-DED105186F3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5D7D51-DB6E-428F-ABCF-ABD4D18D2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0588AC-198B-43DA-95B8-B222B77231D9}"/>
              </a:ext>
            </a:extLst>
          </p:cNvPr>
          <p:cNvSpPr txBox="1"/>
          <p:nvPr/>
        </p:nvSpPr>
        <p:spPr>
          <a:xfrm>
            <a:off x="564322" y="1572561"/>
            <a:ext cx="10429461" cy="92765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457200" indent="-457200" algn="l">
              <a:buAutoNum type="arabicPeriod"/>
            </a:pPr>
            <a:r>
              <a:rPr lang="ko-KR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질문과 무관한 엉뚱한 답변</a:t>
            </a:r>
            <a:endParaRPr lang="en-US" altLang="ko-KR" sz="2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altLang="ko-KR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-&gt; Q&amp;A model </a:t>
            </a:r>
            <a:r>
              <a:rPr lang="ko-KR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보다는</a:t>
            </a:r>
            <a:r>
              <a:rPr lang="en-US" altLang="ko-KR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한글 문맥에 대한 검색이 안되는 듯하여 모델을 변경</a:t>
            </a:r>
            <a:endParaRPr lang="en-US" altLang="ko-KR" sz="2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endParaRPr lang="en-US" altLang="ko-KR" sz="2200" dirty="0">
              <a:latin typeface="+mn-lt"/>
            </a:endParaRPr>
          </a:p>
          <a:p>
            <a:r>
              <a:rPr lang="en-US" altLang="ko-KR" sz="2200" dirty="0" err="1"/>
              <a:t>emdedding_id</a:t>
            </a:r>
            <a:r>
              <a:rPr lang="en-US" altLang="ko-KR" sz="2200" dirty="0"/>
              <a:t> = "sentence-transformers/paraphrase-multilingual-MiniLM-L12-v2“</a:t>
            </a:r>
          </a:p>
          <a:p>
            <a:endParaRPr lang="en-US" altLang="ko-KR" dirty="0"/>
          </a:p>
          <a:p>
            <a:pPr algn="l"/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9B7D27-6C8C-47E9-B948-6D13A6881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61" y="3071231"/>
            <a:ext cx="5566751" cy="181868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4A0D3B5-EF87-4B4A-BC27-30EA7CD620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100" y="3743356"/>
            <a:ext cx="6782747" cy="22672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2E849F-C1B5-42D0-BDDD-BB293ECC5034}"/>
              </a:ext>
            </a:extLst>
          </p:cNvPr>
          <p:cNvSpPr txBox="1"/>
          <p:nvPr/>
        </p:nvSpPr>
        <p:spPr>
          <a:xfrm>
            <a:off x="583631" y="5845029"/>
            <a:ext cx="69467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200" b="1" dirty="0"/>
              <a:t>→  </a:t>
            </a:r>
            <a:r>
              <a:rPr lang="en-US" altLang="ko-KR" sz="2200" b="1" dirty="0" err="1">
                <a:solidFill>
                  <a:srgbClr val="0070C0"/>
                </a:solidFill>
              </a:rPr>
              <a:t>e</a:t>
            </a:r>
            <a:r>
              <a:rPr lang="en-US" altLang="ko-KR" sz="2200" b="1" dirty="0" err="1">
                <a:solidFill>
                  <a:srgbClr val="0070C0"/>
                </a:solidFill>
                <a:effectLst/>
              </a:rPr>
              <a:t>mbedding_id</a:t>
            </a:r>
            <a:r>
              <a:rPr lang="en-US" altLang="ko-KR" sz="2200" b="1" dirty="0">
                <a:solidFill>
                  <a:srgbClr val="0070C0"/>
                </a:solidFill>
                <a:effectLst/>
              </a:rPr>
              <a:t> = “</a:t>
            </a:r>
            <a:r>
              <a:rPr lang="en-US" altLang="ko-KR" sz="2200" b="1" dirty="0" err="1">
                <a:solidFill>
                  <a:srgbClr val="0070C0"/>
                </a:solidFill>
                <a:effectLst/>
              </a:rPr>
              <a:t>jhgan</a:t>
            </a:r>
            <a:r>
              <a:rPr lang="en-US" altLang="ko-KR" sz="2200" b="1" dirty="0">
                <a:solidFill>
                  <a:srgbClr val="0070C0"/>
                </a:solidFill>
                <a:effectLst/>
              </a:rPr>
              <a:t>/ko-</a:t>
            </a:r>
            <a:r>
              <a:rPr lang="en-US" altLang="ko-KR" sz="2200" b="1" dirty="0" err="1">
                <a:solidFill>
                  <a:srgbClr val="0070C0"/>
                </a:solidFill>
                <a:effectLst/>
              </a:rPr>
              <a:t>sbert</a:t>
            </a:r>
            <a:r>
              <a:rPr lang="en-US" altLang="ko-KR" sz="2200" b="1" dirty="0">
                <a:solidFill>
                  <a:srgbClr val="0070C0"/>
                </a:solidFill>
                <a:effectLst/>
              </a:rPr>
              <a:t>-</a:t>
            </a:r>
            <a:r>
              <a:rPr lang="en-US" altLang="ko-KR" sz="2200" b="1" dirty="0" err="1">
                <a:solidFill>
                  <a:srgbClr val="0070C0"/>
                </a:solidFill>
                <a:effectLst/>
              </a:rPr>
              <a:t>sts</a:t>
            </a:r>
            <a:r>
              <a:rPr lang="en-US" altLang="ko-KR" sz="2200" b="1" dirty="0">
                <a:solidFill>
                  <a:srgbClr val="0070C0"/>
                </a:solidFill>
                <a:effectLst/>
              </a:rPr>
              <a:t>”</a:t>
            </a:r>
          </a:p>
          <a:p>
            <a:r>
              <a:rPr lang="en-US" altLang="ko-KR" sz="2200" b="1" dirty="0">
                <a:solidFill>
                  <a:srgbClr val="0070C0"/>
                </a:solidFill>
              </a:rPr>
              <a:t>      upload</a:t>
            </a:r>
            <a:r>
              <a:rPr lang="ko-KR" altLang="en-US" sz="2200" b="1" dirty="0">
                <a:solidFill>
                  <a:srgbClr val="0070C0"/>
                </a:solidFill>
              </a:rPr>
              <a:t> </a:t>
            </a:r>
            <a:r>
              <a:rPr lang="en-US" altLang="ko-KR" sz="2200" b="1" dirty="0">
                <a:solidFill>
                  <a:srgbClr val="0070C0"/>
                </a:solidFill>
              </a:rPr>
              <a:t>file</a:t>
            </a:r>
            <a:r>
              <a:rPr lang="ko-KR" altLang="en-US" sz="2200" b="1" dirty="0">
                <a:solidFill>
                  <a:srgbClr val="0070C0"/>
                </a:solidFill>
              </a:rPr>
              <a:t> 에서 관련 문장 검색이 됨으로 개선 확인</a:t>
            </a:r>
            <a:endParaRPr lang="en-US" altLang="ko-KR" sz="2200" b="1" dirty="0">
              <a:solidFill>
                <a:srgbClr val="0070C0"/>
              </a:solidFill>
              <a:effectLst/>
            </a:endParaRPr>
          </a:p>
        </p:txBody>
      </p:sp>
      <p:sp>
        <p:nvSpPr>
          <p:cNvPr id="10" name="화살표: 위로 굽음 9">
            <a:extLst>
              <a:ext uri="{FF2B5EF4-FFF2-40B4-BE49-F238E27FC236}">
                <a16:creationId xmlns:a16="http://schemas.microsoft.com/office/drawing/2014/main" id="{A26BF433-BEAC-4DE2-9571-FBD473168C05}"/>
              </a:ext>
            </a:extLst>
          </p:cNvPr>
          <p:cNvSpPr/>
          <p:nvPr/>
        </p:nvSpPr>
        <p:spPr>
          <a:xfrm rot="5400000">
            <a:off x="4247030" y="4914940"/>
            <a:ext cx="914400" cy="945777"/>
          </a:xfrm>
          <a:prstGeom prst="bentUp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7755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D2A60F-A89B-4A96-8D27-6ECBA9EBB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Main.py (4. Chatbot)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04B56D7-8257-4821-96C0-FDEA5FF8015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altLang="ko-KR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* Q&amp;A </a:t>
            </a:r>
            <a:r>
              <a:rPr lang="ko-KR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와 </a:t>
            </a:r>
            <a:r>
              <a:rPr lang="en-US" altLang="ko-KR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Feedback </a:t>
            </a:r>
            <a:r>
              <a:rPr lang="ko-KR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04AE44-27D7-4958-BEDF-AF192EF9D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8CDAB4-118C-4813-A4D1-0D493459BFDD}"/>
              </a:ext>
            </a:extLst>
          </p:cNvPr>
          <p:cNvSpPr txBox="1"/>
          <p:nvPr/>
        </p:nvSpPr>
        <p:spPr>
          <a:xfrm>
            <a:off x="519952" y="1493564"/>
            <a:ext cx="4724854" cy="345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endParaRPr lang="ko-KR" altLang="en-US" sz="2200" dirty="0">
              <a:solidFill>
                <a:schemeClr val="tx1">
                  <a:lumMod val="75000"/>
                  <a:lumOff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4DCF567-49D6-4727-A596-8DF897E999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76" y="1666507"/>
            <a:ext cx="7395488" cy="432518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D531CA7-19D8-445E-B7A9-096F5E498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138" y="1235508"/>
            <a:ext cx="5218175" cy="3438277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BEF0FBE-2382-4936-B4F0-DC212F307E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998" y="4497937"/>
            <a:ext cx="3835213" cy="237381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D4DB852-1D8B-46F4-A1FA-06566CE13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2141" y="4811"/>
            <a:ext cx="1937484" cy="1180344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0FE83D3E-AD06-430E-BEAA-F1A5882BCF6C}"/>
              </a:ext>
            </a:extLst>
          </p:cNvPr>
          <p:cNvSpPr/>
          <p:nvPr/>
        </p:nvSpPr>
        <p:spPr>
          <a:xfrm>
            <a:off x="6778998" y="1918446"/>
            <a:ext cx="1136442" cy="2406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FFE1E96-E695-479A-9199-26A7C228326E}"/>
              </a:ext>
            </a:extLst>
          </p:cNvPr>
          <p:cNvSpPr/>
          <p:nvPr/>
        </p:nvSpPr>
        <p:spPr>
          <a:xfrm>
            <a:off x="6635760" y="4617167"/>
            <a:ext cx="1136442" cy="2406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6386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B27CE-8ACC-410D-B6E1-8D7588B91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Main.py (5. Q&amp;A)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F8967F-6ABF-4FEF-93D1-DED105186F3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5D7D51-DB6E-428F-ABCF-ABD4D18D2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17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7215F35-3095-4769-9573-2A81482C97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87" y="1028700"/>
            <a:ext cx="7505700" cy="582930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7C90D7C-1381-426B-B0E5-99BC48CC1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4366125"/>
            <a:ext cx="7494587" cy="25431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30B9BAE-DE5C-4658-B44F-EEC4C1EF1C0F}"/>
              </a:ext>
            </a:extLst>
          </p:cNvPr>
          <p:cNvSpPr txBox="1"/>
          <p:nvPr/>
        </p:nvSpPr>
        <p:spPr>
          <a:xfrm>
            <a:off x="8560874" y="2661095"/>
            <a:ext cx="3464871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VectorDB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에서 유사도 검색된 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5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 문장을 활용한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QA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C23ADF7-5AEA-4F09-99DF-97AEAEE71327}"/>
              </a:ext>
            </a:extLst>
          </p:cNvPr>
          <p:cNvSpPr/>
          <p:nvPr/>
        </p:nvSpPr>
        <p:spPr>
          <a:xfrm>
            <a:off x="692727" y="2595418"/>
            <a:ext cx="7010400" cy="58189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86CE855-DF6E-4410-8AFB-55BF6762B382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7703127" y="2886364"/>
            <a:ext cx="634487" cy="9430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77BA0A28-D266-40E6-8BD2-E7B605FDC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2516" y="27726"/>
            <a:ext cx="2181225" cy="132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30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D02C29-61A9-4727-BEE0-30D4B58A2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Continued…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34475B-BDA8-4E25-B95A-27B6401916D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ko-KR" altLang="en-US" sz="2200" b="1" dirty="0"/>
              <a:t>이전 답변에 대한 </a:t>
            </a:r>
            <a:r>
              <a:rPr lang="en-US" altLang="ko-KR" sz="2200" b="1" dirty="0"/>
              <a:t>History </a:t>
            </a:r>
            <a:r>
              <a:rPr lang="ko-KR" altLang="en-US" sz="2200" b="1" dirty="0"/>
              <a:t>활용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E7DE21-F50F-4CFE-9D00-8831B5D61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EC40C53-9A5E-4C93-BCB3-167B8F8403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2376630"/>
            <a:ext cx="8118514" cy="22988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19E4F7-54F8-4CAD-B140-7B943DDE43EC}"/>
              </a:ext>
            </a:extLst>
          </p:cNvPr>
          <p:cNvSpPr txBox="1"/>
          <p:nvPr/>
        </p:nvSpPr>
        <p:spPr>
          <a:xfrm>
            <a:off x="5778345" y="4784218"/>
            <a:ext cx="3464871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초기 답변 시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,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history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도 함께 질문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-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충분한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history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가 없으면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,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사용자 입력 그대로 사용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E29C638-6E28-4413-9930-6D4AFDA1055F}"/>
              </a:ext>
            </a:extLst>
          </p:cNvPr>
          <p:cNvSpPr/>
          <p:nvPr/>
        </p:nvSpPr>
        <p:spPr>
          <a:xfrm>
            <a:off x="815788" y="2501154"/>
            <a:ext cx="7611036" cy="13178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EA52FFCC-7715-43E5-B5A0-FEB7690C2412}"/>
              </a:ext>
            </a:extLst>
          </p:cNvPr>
          <p:cNvCxnSpPr/>
          <p:nvPr/>
        </p:nvCxnSpPr>
        <p:spPr>
          <a:xfrm>
            <a:off x="1640541" y="3316941"/>
            <a:ext cx="2312894" cy="114748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11782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52965B-C91B-40F3-B675-11FBE1E56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Main.py (6. </a:t>
            </a:r>
            <a:r>
              <a:rPr lang="ko-KR" altLang="en-US" b="1" dirty="0"/>
              <a:t>답변 보강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D571FC7-CD16-4529-902D-89F42B6F861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altLang="ko-KR" sz="2200" b="1" dirty="0"/>
              <a:t>Q&amp;A </a:t>
            </a:r>
            <a:r>
              <a:rPr lang="ko-KR" altLang="en-US" sz="2200" b="1" dirty="0"/>
              <a:t>이후</a:t>
            </a:r>
            <a:r>
              <a:rPr lang="en-US" altLang="ko-KR" sz="2200" b="1" dirty="0"/>
              <a:t>, </a:t>
            </a:r>
            <a:r>
              <a:rPr lang="ko-KR" altLang="en-US" sz="2200" b="1" dirty="0"/>
              <a:t>답변 보강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BA92AE-D9A5-4DE1-8491-B63BEEC60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3A3BB20-CCAF-4217-9797-7ABEE10BA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626455"/>
            <a:ext cx="6713071" cy="3953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4AEBA4-4251-4EF3-9719-841814C6A4C1}"/>
              </a:ext>
            </a:extLst>
          </p:cNvPr>
          <p:cNvSpPr txBox="1"/>
          <p:nvPr/>
        </p:nvSpPr>
        <p:spPr>
          <a:xfrm>
            <a:off x="7328635" y="2947601"/>
            <a:ext cx="3464871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답변에 대한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, </a:t>
            </a:r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Promt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+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en-US" altLang="ko-KR" sz="2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llm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통한 보강 답변 작성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9B9AA0E-C8CC-46CC-BAE9-84CB310D2E53}"/>
              </a:ext>
            </a:extLst>
          </p:cNvPr>
          <p:cNvSpPr/>
          <p:nvPr/>
        </p:nvSpPr>
        <p:spPr>
          <a:xfrm>
            <a:off x="431800" y="2339788"/>
            <a:ext cx="2768600" cy="14343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A721BD7-BB3F-4E6F-89E0-29FBF3C0252E}"/>
              </a:ext>
            </a:extLst>
          </p:cNvPr>
          <p:cNvCxnSpPr>
            <a:endCxn id="7" idx="1"/>
          </p:cNvCxnSpPr>
          <p:nvPr/>
        </p:nvCxnSpPr>
        <p:spPr>
          <a:xfrm>
            <a:off x="3155576" y="3083859"/>
            <a:ext cx="4173059" cy="235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BEAD217F-4B35-410C-A9C4-C39C8D4FC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2516" y="27726"/>
            <a:ext cx="2181225" cy="1328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348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F1E51-A982-4CD4-A51C-C977DAAFD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Continued…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F06657-D7AE-4CE5-B652-1E1BCDD6CF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altLang="ko-KR" sz="2200" b="1" dirty="0"/>
              <a:t>Prompt </a:t>
            </a:r>
            <a:r>
              <a:rPr lang="ko-KR" altLang="en-US" sz="2200" b="1" dirty="0"/>
              <a:t>로 답변 조정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AA4CFB-23C9-4B99-8A5C-D666DF1966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6040939-4C1F-459E-9E06-85021662C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63" y="1818533"/>
            <a:ext cx="5400675" cy="38385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1B3F131-9647-4F31-89F0-E9357645E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911" y="2094758"/>
            <a:ext cx="5353050" cy="35623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BE6EC9-D125-4076-840F-6D6DF02AC667}"/>
              </a:ext>
            </a:extLst>
          </p:cNvPr>
          <p:cNvSpPr txBox="1"/>
          <p:nvPr/>
        </p:nvSpPr>
        <p:spPr>
          <a:xfrm>
            <a:off x="6763311" y="5799504"/>
            <a:ext cx="3464871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최종 답변에 대해 불필요 부분 삭제 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5E2559-8300-4226-AA7C-50446808FF6A}"/>
              </a:ext>
            </a:extLst>
          </p:cNvPr>
          <p:cNvSpPr txBox="1"/>
          <p:nvPr/>
        </p:nvSpPr>
        <p:spPr>
          <a:xfrm>
            <a:off x="837641" y="5812580"/>
            <a:ext cx="3464871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Prompt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구체적으로 작성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525094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B27CE-8ACC-410D-B6E1-8D7588B91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시행 착오 </a:t>
            </a:r>
            <a:r>
              <a:rPr lang="en-US" altLang="ko-KR" b="1" dirty="0"/>
              <a:t>#3 (Q&amp;A - 1) 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F8967F-6ABF-4FEF-93D1-DED105186F3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ko-KR" altLang="en-US" b="1" dirty="0"/>
              <a:t>최종 응답이</a:t>
            </a:r>
            <a:r>
              <a:rPr lang="en-US" altLang="ko-KR" b="1" dirty="0"/>
              <a:t>, </a:t>
            </a:r>
            <a:r>
              <a:rPr lang="ko-KR" altLang="en-US" b="1" dirty="0"/>
              <a:t>의미없이 반복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5D7D51-DB6E-428F-ABCF-ABD4D18D2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016CAC-6A3F-4DF6-A4EE-9277BE50C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893" y="1594973"/>
            <a:ext cx="9496425" cy="35242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51F549D-179F-4E09-900A-24C00D8EC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614" y="3971665"/>
            <a:ext cx="6732492" cy="25827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838E99-56C5-4890-BDC0-5A0A8C069B4A}"/>
              </a:ext>
            </a:extLst>
          </p:cNvPr>
          <p:cNvSpPr txBox="1"/>
          <p:nvPr/>
        </p:nvSpPr>
        <p:spPr>
          <a:xfrm>
            <a:off x="300307" y="5308808"/>
            <a:ext cx="1609176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Prompt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활용했지만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개선이 안됨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E4D2ED8-9496-45FD-945E-71E10CE632CD}"/>
              </a:ext>
            </a:extLst>
          </p:cNvPr>
          <p:cNvCxnSpPr/>
          <p:nvPr/>
        </p:nvCxnSpPr>
        <p:spPr>
          <a:xfrm flipV="1">
            <a:off x="431800" y="4966447"/>
            <a:ext cx="357094" cy="29657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535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B27CE-8ACC-410D-B6E1-8D7588B91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시행 착오 </a:t>
            </a:r>
            <a:r>
              <a:rPr lang="en-US" altLang="ko-KR" b="1" dirty="0"/>
              <a:t>#3 (Q&amp;A - 2) 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F8967F-6ABF-4FEF-93D1-DED105186F3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en-US" altLang="ko-KR" sz="2200" b="1" dirty="0"/>
              <a:t>Penalty </a:t>
            </a:r>
            <a:r>
              <a:rPr lang="ko-KR" altLang="en-US" sz="2200" b="1" dirty="0"/>
              <a:t>방법 활용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5D7D51-DB6E-428F-ABCF-ABD4D18D2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9F30D15-85AF-46D7-8FE3-A5F1D55B5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37" y="1609606"/>
            <a:ext cx="3209925" cy="7334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FC25BF-0F18-4813-9F9A-6CC1D1BB28F8}"/>
              </a:ext>
            </a:extLst>
          </p:cNvPr>
          <p:cNvSpPr txBox="1"/>
          <p:nvPr/>
        </p:nvSpPr>
        <p:spPr>
          <a:xfrm>
            <a:off x="431800" y="2579171"/>
            <a:ext cx="10926482" cy="3281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Hyper</a:t>
            </a:r>
            <a:r>
              <a:rPr lang="ko-KR" alt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param.</a:t>
            </a:r>
            <a:r>
              <a:rPr lang="ko-KR" alt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중 </a:t>
            </a:r>
            <a:r>
              <a:rPr lang="en-US" altLang="ko-KR" sz="2200" dirty="0" err="1">
                <a:solidFill>
                  <a:srgbClr val="0070C0"/>
                </a:solidFill>
              </a:rPr>
              <a:t>r</a:t>
            </a:r>
            <a:r>
              <a:rPr lang="en-US" altLang="ko-KR" sz="2200" dirty="0" err="1">
                <a:solidFill>
                  <a:srgbClr val="0070C0"/>
                </a:solidFill>
                <a:latin typeface="+mn-lt"/>
              </a:rPr>
              <a:t>epetition</a:t>
            </a:r>
            <a:r>
              <a:rPr lang="en-US" altLang="ko-KR" sz="2200" dirty="0" err="1">
                <a:solidFill>
                  <a:srgbClr val="0070C0"/>
                </a:solidFill>
              </a:rPr>
              <a:t>_penaly</a:t>
            </a:r>
            <a:r>
              <a:rPr lang="en-US" altLang="ko-KR" sz="2200" dirty="0">
                <a:solidFill>
                  <a:srgbClr val="0070C0"/>
                </a:solidFill>
              </a:rPr>
              <a:t> </a:t>
            </a:r>
            <a:r>
              <a:rPr lang="ko-KR" altLang="en-US" sz="2200" dirty="0">
                <a:solidFill>
                  <a:srgbClr val="0070C0"/>
                </a:solidFill>
              </a:rPr>
              <a:t>부여</a:t>
            </a:r>
            <a:r>
              <a:rPr lang="ko-KR" alt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 개선 확인 했으나</a:t>
            </a:r>
            <a:r>
              <a:rPr lang="en-US" altLang="ko-KR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여전히 중복 표현</a:t>
            </a:r>
            <a:endParaRPr lang="ko-KR" altLang="en-US" sz="22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988EEF4-890E-4913-91D0-82BE8AADB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3246" y="3022282"/>
            <a:ext cx="8480613" cy="2550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69203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5B623-3A21-4A55-8DAB-424B01AD0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시행 착오 </a:t>
            </a:r>
            <a:r>
              <a:rPr lang="en-US" altLang="ko-KR" b="1" dirty="0"/>
              <a:t>#3 (Q&amp;A - 3) 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2E666C-60BC-468B-A781-016027534F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EBE68AC-3DE3-498F-AD24-97F54962B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346" y="3287401"/>
            <a:ext cx="5200650" cy="6858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534A40A-0ECB-4771-BCF8-B7EF65A486C1}"/>
              </a:ext>
            </a:extLst>
          </p:cNvPr>
          <p:cNvSpPr txBox="1"/>
          <p:nvPr/>
        </p:nvSpPr>
        <p:spPr>
          <a:xfrm>
            <a:off x="489916" y="1218280"/>
            <a:ext cx="11760200" cy="3281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US" altLang="ko-KR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7B Model</a:t>
            </a:r>
            <a:r>
              <a:rPr lang="ko-KR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로 변경</a:t>
            </a:r>
            <a:endParaRPr lang="en-US" altLang="ko-KR" sz="2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algn="l"/>
            <a:r>
              <a:rPr lang="en-US" altLang="ko-KR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 7B model </a:t>
            </a:r>
            <a:r>
              <a:rPr lang="ko-KR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은 </a:t>
            </a:r>
            <a:r>
              <a:rPr lang="en-US" altLang="ko-KR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kernel crash </a:t>
            </a:r>
            <a:r>
              <a:rPr lang="ko-KR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유발 </a:t>
            </a:r>
            <a:r>
              <a:rPr lang="en-US" altLang="ko-KR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 4bit quantization </a:t>
            </a:r>
            <a:r>
              <a:rPr lang="ko-KR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방법 사용  </a:t>
            </a:r>
            <a:endParaRPr lang="en-US" altLang="ko-KR" sz="2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US" altLang="ko-KR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 </a:t>
            </a:r>
            <a:r>
              <a:rPr lang="ko-KR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적합한 모델 검색</a:t>
            </a:r>
            <a:r>
              <a:rPr lang="en-US" altLang="ko-KR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/download</a:t>
            </a:r>
            <a:r>
              <a:rPr lang="ko-KR" alt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 많은 시간</a:t>
            </a:r>
            <a:endParaRPr lang="en-US" altLang="ko-KR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31BD5-A5B7-4826-92AB-44FDD3313F9E}"/>
              </a:ext>
            </a:extLst>
          </p:cNvPr>
          <p:cNvSpPr txBox="1"/>
          <p:nvPr/>
        </p:nvSpPr>
        <p:spPr>
          <a:xfrm>
            <a:off x="5171530" y="2622223"/>
            <a:ext cx="67717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2. </a:t>
            </a:r>
            <a:r>
              <a:rPr lang="en-US" altLang="ko-KR" sz="2000" b="1" dirty="0" err="1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beomi</a:t>
            </a:r>
            <a:r>
              <a:rPr lang="en-US" altLang="ko-KR" sz="2000" b="1" dirty="0">
                <a:solidFill>
                  <a:srgbClr val="0070C0"/>
                </a:solidFill>
                <a:effectLst/>
                <a:latin typeface="Consolas" panose="020B0609020204030204" pitchFamily="49" charset="0"/>
              </a:rPr>
              <a:t>/gemma-ko-2b</a:t>
            </a:r>
            <a:r>
              <a:rPr lang="en-US" altLang="ko-KR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ko-KR" altLang="en-US" sz="2000" b="1" dirty="0">
                <a:solidFill>
                  <a:srgbClr val="0070C0"/>
                </a:solidFill>
                <a:latin typeface="Consolas" panose="020B0609020204030204" pitchFamily="49" charset="0"/>
              </a:rPr>
              <a:t>로 모델 변경하여 자연어 처리 개선</a:t>
            </a:r>
            <a:endParaRPr lang="ko-KR" altLang="en-US" sz="2000" b="1" dirty="0">
              <a:solidFill>
                <a:srgbClr val="0070C0"/>
              </a:solidFill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AD738D7-C075-4534-A6F4-B961EFD202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52" y="3110815"/>
            <a:ext cx="3478525" cy="200134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E2A6A96-C816-496B-9891-C19C6F681F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" y="5170736"/>
            <a:ext cx="7162800" cy="12477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71453F9-0F0F-4B16-9DB2-BC6D89ADD2A3}"/>
              </a:ext>
            </a:extLst>
          </p:cNvPr>
          <p:cNvSpPr txBox="1"/>
          <p:nvPr/>
        </p:nvSpPr>
        <p:spPr>
          <a:xfrm>
            <a:off x="432000" y="2717569"/>
            <a:ext cx="44268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>
                <a:solidFill>
                  <a:srgbClr val="0070C0"/>
                </a:solidFill>
              </a:rPr>
              <a:t>1. </a:t>
            </a:r>
            <a:r>
              <a:rPr lang="ko-KR" altLang="en-US" sz="2000" b="1" dirty="0">
                <a:solidFill>
                  <a:srgbClr val="0070C0"/>
                </a:solidFill>
              </a:rPr>
              <a:t>답변 직전 중복 문장 제거 코드 작성</a:t>
            </a:r>
            <a:endParaRPr lang="ko-KR" altLang="en-US" sz="2000" dirty="0">
              <a:solidFill>
                <a:srgbClr val="0070C0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E23F044B-75C5-4646-B0B0-3894204365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742" y="4284436"/>
            <a:ext cx="6419290" cy="307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6091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7438C6-0874-4852-8CDE-1FF1D9AE8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Main.py (7. Feedback)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EF304C-8A44-4AF2-9259-1B8C970621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ko-KR" altLang="en-US" sz="2200" b="1" dirty="0"/>
              <a:t>최종 답변 후</a:t>
            </a:r>
            <a:r>
              <a:rPr lang="en-US" altLang="ko-KR" sz="2200" b="1" dirty="0"/>
              <a:t>, good/bad </a:t>
            </a:r>
            <a:r>
              <a:rPr lang="ko-KR" altLang="en-US" sz="2200" b="1" dirty="0"/>
              <a:t>로 </a:t>
            </a:r>
            <a:r>
              <a:rPr lang="en-US" altLang="ko-KR" sz="2200" b="1" dirty="0"/>
              <a:t>feedback </a:t>
            </a:r>
            <a:r>
              <a:rPr lang="ko-KR" altLang="en-US" sz="2200" b="1" dirty="0"/>
              <a:t>입력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E6E2BFE-D476-4329-99DC-8E5B19A3DB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24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72A64C2-BB6C-480B-9E8C-796E2D39C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17" y="1566068"/>
            <a:ext cx="4210050" cy="21621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C52861D-64B9-4DA5-A0E6-3C05B6C6B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167" y="1586767"/>
            <a:ext cx="7648575" cy="47148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D02C81E-0973-4782-99AB-1FAA3C4AC034}"/>
              </a:ext>
            </a:extLst>
          </p:cNvPr>
          <p:cNvSpPr txBox="1"/>
          <p:nvPr/>
        </p:nvSpPr>
        <p:spPr>
          <a:xfrm>
            <a:off x="156869" y="5458424"/>
            <a:ext cx="3464871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각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 (session)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에 대해서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feedback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저장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34F048AE-AF73-4316-92F0-F4B0A1650163}"/>
              </a:ext>
            </a:extLst>
          </p:cNvPr>
          <p:cNvCxnSpPr/>
          <p:nvPr/>
        </p:nvCxnSpPr>
        <p:spPr>
          <a:xfrm>
            <a:off x="6139357" y="4760259"/>
            <a:ext cx="466311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8204417-3721-4E71-BB90-F9C630B7B38D}"/>
              </a:ext>
            </a:extLst>
          </p:cNvPr>
          <p:cNvCxnSpPr/>
          <p:nvPr/>
        </p:nvCxnSpPr>
        <p:spPr>
          <a:xfrm flipH="1">
            <a:off x="3854824" y="4760259"/>
            <a:ext cx="2515192" cy="6981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그림 19">
            <a:extLst>
              <a:ext uri="{FF2B5EF4-FFF2-40B4-BE49-F238E27FC236}">
                <a16:creationId xmlns:a16="http://schemas.microsoft.com/office/drawing/2014/main" id="{850D38CC-138F-45E7-8A50-64D48D8DD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5125" y="78959"/>
            <a:ext cx="1771370" cy="1138082"/>
          </a:xfrm>
          <a:prstGeom prst="rect">
            <a:avLst/>
          </a:prstGeom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EC2BB0-60EE-4AA2-B127-E9775C9D129F}"/>
              </a:ext>
            </a:extLst>
          </p:cNvPr>
          <p:cNvSpPr/>
          <p:nvPr/>
        </p:nvSpPr>
        <p:spPr>
          <a:xfrm>
            <a:off x="6096000" y="2967318"/>
            <a:ext cx="6212541" cy="14232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08638406-1B89-4531-86C8-20E77EAADCAC}"/>
              </a:ext>
            </a:extLst>
          </p:cNvPr>
          <p:cNvCxnSpPr>
            <a:cxnSpLocks/>
          </p:cNvCxnSpPr>
          <p:nvPr/>
        </p:nvCxnSpPr>
        <p:spPr>
          <a:xfrm flipH="1" flipV="1">
            <a:off x="2232212" y="2388577"/>
            <a:ext cx="3808346" cy="13396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14275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26D830-5DAA-4342-9F3F-B32615B14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Load_model.py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3325A0-FC18-4651-9B8D-9B8C28330F2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rPr lang="ko-KR" altLang="en-US" sz="2200" b="1" dirty="0"/>
              <a:t>각</a:t>
            </a:r>
            <a:r>
              <a:rPr lang="en-US" altLang="ko-KR" sz="2200" b="1" dirty="0"/>
              <a:t> model </a:t>
            </a:r>
            <a:r>
              <a:rPr lang="ko-KR" altLang="en-US" sz="2200" b="1" dirty="0"/>
              <a:t>들에 대한 관리 담당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64E2BD-DD12-4A02-87EF-88692D3F5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25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34E7E1F-0F7C-4A78-B75F-2A33EF614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7217" y="54503"/>
            <a:ext cx="1904147" cy="113130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462EEFA-0E19-4E76-A3BD-D09938E6E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800" y="1572561"/>
            <a:ext cx="6286500" cy="10668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CC65AAF-F8D3-4148-B2BA-9658801A9A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" y="2731346"/>
            <a:ext cx="4533215" cy="4001148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66BF7FE1-8406-4280-A9E1-F2A6B669E8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8299" y="2736942"/>
            <a:ext cx="3935693" cy="3995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0055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1F1F8A-BBA1-40C3-BE7B-FC7E7EAA7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/>
              <a:t>Finetune_LoRA.py 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D28043-1029-4F1D-A998-F43BF7D0629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D17CEA-6956-4056-BD7C-1A1945A59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3848C50-2C20-4779-9237-BB0E54251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0824" y="74239"/>
            <a:ext cx="2089135" cy="136011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569F970-7D43-444F-829E-DD7606862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219" y="1085850"/>
            <a:ext cx="5476875" cy="577215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C0E50D57-735F-4982-91FF-5E5686C0D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8094" y="4767262"/>
            <a:ext cx="5553075" cy="20097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4B428E-7CF6-48DA-9CFF-6B80C815E4FF}"/>
              </a:ext>
            </a:extLst>
          </p:cNvPr>
          <p:cNvSpPr txBox="1"/>
          <p:nvPr/>
        </p:nvSpPr>
        <p:spPr>
          <a:xfrm>
            <a:off x="6152023" y="1648424"/>
            <a:ext cx="3464871" cy="3195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Q&amp;A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에서 확보된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feedback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기반으로 </a:t>
            </a:r>
            <a:r>
              <a:rPr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fine tune </a:t>
            </a:r>
            <a:r>
              <a:rPr lang="ko-KR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수행</a:t>
            </a:r>
            <a:endParaRPr lang="en-US" altLang="ko-KR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63FB77C5-91B2-47B0-9857-8BF821480A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0016" y="2708379"/>
            <a:ext cx="5400675" cy="1666875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BBED8329-28A3-4F69-83DA-5908B0C9EB0C}"/>
              </a:ext>
            </a:extLst>
          </p:cNvPr>
          <p:cNvSpPr/>
          <p:nvPr/>
        </p:nvSpPr>
        <p:spPr>
          <a:xfrm>
            <a:off x="5961529" y="4840941"/>
            <a:ext cx="5333440" cy="3651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2154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4B6968-426C-45EB-8A99-D4D2B404E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결론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EC1F8B3-AB31-401C-9E0E-D89E697B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AFD6F7B2-6BF5-405E-9100-D56ABF79EB9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A6E57861-474D-4DC2-AD85-595A7A98FF2A}"/>
              </a:ext>
            </a:extLst>
          </p:cNvPr>
          <p:cNvSpPr txBox="1">
            <a:spLocks/>
          </p:cNvSpPr>
          <p:nvPr/>
        </p:nvSpPr>
        <p:spPr>
          <a:xfrm>
            <a:off x="431800" y="1080000"/>
            <a:ext cx="11339513" cy="276561"/>
          </a:xfrm>
          <a:prstGeom prst="rect">
            <a:avLst/>
          </a:prstGeom>
        </p:spPr>
        <p:txBody>
          <a:bodyPr/>
          <a:lstStyle>
            <a:lvl1pPr marL="266700" indent="-2667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542925" indent="-276225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809625" indent="-2667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076325" indent="-2667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343025" indent="-2667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200" b="1" dirty="0"/>
              <a:t>향후 적용 방안</a:t>
            </a:r>
            <a:endParaRPr lang="en-US" altLang="ko-KR" sz="2200" b="1" dirty="0"/>
          </a:p>
          <a:p>
            <a:pPr lvl="1"/>
            <a:r>
              <a:rPr lang="en-US" altLang="ko-KR" sz="2000" b="1" dirty="0">
                <a:solidFill>
                  <a:srgbClr val="0070C0"/>
                </a:solidFill>
              </a:rPr>
              <a:t>Word file </a:t>
            </a:r>
            <a:r>
              <a:rPr lang="ko-KR" altLang="en-US" sz="2000" b="1" dirty="0">
                <a:solidFill>
                  <a:srgbClr val="0070C0"/>
                </a:solidFill>
              </a:rPr>
              <a:t>내 캡쳐 된 그림 파일에 대한 정보는 제외</a:t>
            </a:r>
            <a:endParaRPr lang="en-US" altLang="ko-KR" sz="2000" b="1" dirty="0">
              <a:solidFill>
                <a:srgbClr val="0070C0"/>
              </a:solidFill>
            </a:endParaRPr>
          </a:p>
          <a:p>
            <a:pPr lvl="2"/>
            <a:r>
              <a:rPr lang="ko-KR" altLang="en-US" sz="1800" b="1" dirty="0"/>
              <a:t>오류 현상 </a:t>
            </a:r>
            <a:r>
              <a:rPr lang="en-US" altLang="ko-KR" sz="1800" b="1" dirty="0"/>
              <a:t>-&gt; </a:t>
            </a:r>
            <a:r>
              <a:rPr lang="ko-KR" altLang="en-US" sz="1800" b="1" dirty="0"/>
              <a:t>캡쳐 그림이 대다수</a:t>
            </a:r>
            <a:endParaRPr lang="en-US" altLang="ko-KR" sz="1800" b="1" dirty="0"/>
          </a:p>
          <a:p>
            <a:pPr lvl="2"/>
            <a:r>
              <a:rPr lang="ko-KR" altLang="en-US" sz="1800" b="1" dirty="0"/>
              <a:t>해결책 </a:t>
            </a:r>
            <a:r>
              <a:rPr lang="en-US" altLang="ko-KR" sz="1800" b="1" dirty="0"/>
              <a:t>-&gt; text </a:t>
            </a:r>
            <a:r>
              <a:rPr lang="ko-KR" altLang="en-US" sz="1800" b="1" dirty="0"/>
              <a:t>가 대다수</a:t>
            </a:r>
            <a:endParaRPr lang="en-US" altLang="ko-KR" sz="1800" b="1" dirty="0"/>
          </a:p>
          <a:p>
            <a:pPr lvl="2"/>
            <a:r>
              <a:rPr lang="ko-KR" altLang="en-US" sz="1800" dirty="0"/>
              <a:t>그림 정보 활용까지 진행하면</a:t>
            </a:r>
            <a:r>
              <a:rPr lang="en-US" altLang="ko-KR" sz="1800" dirty="0"/>
              <a:t>, </a:t>
            </a:r>
            <a:r>
              <a:rPr lang="ko-KR" altLang="en-US" sz="1800" dirty="0"/>
              <a:t>좀 더 </a:t>
            </a:r>
            <a:r>
              <a:rPr lang="ko-KR" altLang="en-US" sz="1800" dirty="0" err="1"/>
              <a:t>신뢰가는</a:t>
            </a:r>
            <a:r>
              <a:rPr lang="ko-KR" altLang="en-US" sz="1800" dirty="0"/>
              <a:t> 도우미가 될 수 있을 듯</a:t>
            </a:r>
            <a:endParaRPr lang="en-US" altLang="ko-KR" sz="1800" dirty="0"/>
          </a:p>
          <a:p>
            <a:pPr lvl="2"/>
            <a:endParaRPr lang="en-US" altLang="ko-KR" sz="1800" dirty="0"/>
          </a:p>
          <a:p>
            <a:pPr lvl="1"/>
            <a:r>
              <a:rPr lang="ko-KR" altLang="en-US" sz="2000" b="1" dirty="0">
                <a:solidFill>
                  <a:srgbClr val="0070C0"/>
                </a:solidFill>
              </a:rPr>
              <a:t>개발 코드 평가 중 발생한</a:t>
            </a:r>
            <a:r>
              <a:rPr lang="en-US" altLang="ko-KR" sz="2000" b="1" dirty="0">
                <a:solidFill>
                  <a:srgbClr val="0070C0"/>
                </a:solidFill>
              </a:rPr>
              <a:t>, </a:t>
            </a:r>
            <a:r>
              <a:rPr lang="ko-KR" altLang="en-US" sz="2000" b="1" dirty="0">
                <a:solidFill>
                  <a:srgbClr val="0070C0"/>
                </a:solidFill>
              </a:rPr>
              <a:t>불량 로그 활용한 </a:t>
            </a:r>
            <a:r>
              <a:rPr lang="en-US" altLang="ko-KR" sz="2000" b="1" dirty="0">
                <a:solidFill>
                  <a:srgbClr val="0070C0"/>
                </a:solidFill>
              </a:rPr>
              <a:t>bug fix guide</a:t>
            </a:r>
          </a:p>
          <a:p>
            <a:pPr lvl="2"/>
            <a:r>
              <a:rPr lang="ko-KR" altLang="en-US" sz="1800" dirty="0"/>
              <a:t>과제에서는</a:t>
            </a:r>
            <a:r>
              <a:rPr lang="en-US" altLang="ko-KR" sz="1800" dirty="0"/>
              <a:t>, </a:t>
            </a:r>
            <a:r>
              <a:rPr lang="ko-KR" altLang="en-US" sz="1800" dirty="0"/>
              <a:t>개발 환경에 대한 질의</a:t>
            </a:r>
            <a:r>
              <a:rPr lang="en-US" altLang="ko-KR" sz="1800" dirty="0"/>
              <a:t>/</a:t>
            </a:r>
            <a:r>
              <a:rPr lang="ko-KR" altLang="en-US" sz="1800" dirty="0"/>
              <a:t>응답을 목적</a:t>
            </a:r>
            <a:r>
              <a:rPr lang="en-US" altLang="ko-KR" sz="1800" dirty="0"/>
              <a:t> </a:t>
            </a:r>
            <a:r>
              <a:rPr lang="ko-KR" altLang="en-US" sz="1800" dirty="0"/>
              <a:t>데이터만 활용</a:t>
            </a:r>
            <a:endParaRPr lang="en-US" altLang="ko-KR" sz="1800" dirty="0"/>
          </a:p>
          <a:p>
            <a:pPr lvl="1"/>
            <a:endParaRPr lang="en-US" altLang="ko-KR" sz="2000" dirty="0"/>
          </a:p>
          <a:p>
            <a:r>
              <a:rPr lang="ko-KR" altLang="en-US" sz="2200" b="1" dirty="0"/>
              <a:t>느낀 점</a:t>
            </a:r>
            <a:endParaRPr lang="en-US" altLang="ko-KR" sz="2200" b="1" dirty="0"/>
          </a:p>
          <a:p>
            <a:pPr lvl="1"/>
            <a:r>
              <a:rPr lang="ko-KR" altLang="en-US" sz="2000" b="1" dirty="0"/>
              <a:t>이론적으로만 알던 내용을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실습하면서 </a:t>
            </a:r>
            <a:r>
              <a:rPr lang="en-US" altLang="ko-KR" sz="2000" b="1" dirty="0"/>
              <a:t>S/W stack </a:t>
            </a:r>
            <a:r>
              <a:rPr lang="ko-KR" altLang="en-US" sz="2000" b="1" dirty="0"/>
              <a:t>을 이해해서 좋았음</a:t>
            </a:r>
            <a:endParaRPr lang="en-US" altLang="ko-KR" sz="2000" b="1" dirty="0"/>
          </a:p>
          <a:p>
            <a:pPr lvl="1"/>
            <a:r>
              <a:rPr lang="ko-KR" altLang="en-US" sz="2000" b="1" dirty="0"/>
              <a:t>기능에 대한 욕심이 많이 생겼고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주어진 시간내 </a:t>
            </a:r>
            <a:r>
              <a:rPr lang="ko-KR" altLang="en-US" sz="2000" b="1" dirty="0" err="1"/>
              <a:t>진행하다보니</a:t>
            </a:r>
            <a:r>
              <a:rPr lang="ko-KR" altLang="en-US" sz="2000" b="1" dirty="0"/>
              <a:t> 최소한으로 한 게 아쉬움</a:t>
            </a:r>
            <a:endParaRPr lang="en-US" altLang="ko-KR" sz="2000" b="1" dirty="0"/>
          </a:p>
          <a:p>
            <a:pPr lvl="1"/>
            <a:r>
              <a:rPr lang="ko-KR" altLang="en-US" sz="2000" b="1" dirty="0"/>
              <a:t>본 과제 주제로 잡은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개발 도우미가 있으면 도움이 될 수 있겠다 생각을 많이 하게 됨</a:t>
            </a:r>
            <a:r>
              <a:rPr lang="en-US" altLang="ko-KR" sz="2000" b="1" dirty="0"/>
              <a:t>. </a:t>
            </a:r>
          </a:p>
          <a:p>
            <a:pPr lvl="1"/>
            <a:endParaRPr lang="en-US" altLang="ko-KR" sz="2000" dirty="0"/>
          </a:p>
          <a:p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2068352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그림 개체 틀 18" descr="자연 풍경 그림&#10;&#10;높은 신뢰도로 생성된 설명">
            <a:extLst>
              <a:ext uri="{FF2B5EF4-FFF2-40B4-BE49-F238E27FC236}">
                <a16:creationId xmlns:a16="http://schemas.microsoft.com/office/drawing/2014/main" id="{7DD607C7-7CF7-4A0F-BFF7-6F3C46205E6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" r="11"/>
          <a:stretch>
            <a:fillRect/>
          </a:stretch>
        </p:blipFill>
        <p:spPr/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EBDC24D3-EEF0-4B69-A174-E4DFF78848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ko-KR" altLang="en-US" dirty="0"/>
              <a:t>감사합니다</a:t>
            </a:r>
            <a:r>
              <a:rPr lang="en-US" altLang="ko-KR" dirty="0"/>
              <a:t>!</a:t>
            </a:r>
          </a:p>
        </p:txBody>
      </p:sp>
      <p:cxnSp>
        <p:nvCxnSpPr>
          <p:cNvPr id="5" name="직선 연결선(S) 4" descr="구분선">
            <a:extLst>
              <a:ext uri="{FF2B5EF4-FFF2-40B4-BE49-F238E27FC236}">
                <a16:creationId xmlns:a16="http://schemas.microsoft.com/office/drawing/2014/main" id="{FE07C9EC-5158-440C-995A-EAC50D3E0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777113" y="2412127"/>
            <a:ext cx="0" cy="11001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1429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Great Pitch Decks - Environment">
      <a:dk1>
        <a:sysClr val="windowText" lastClr="000000"/>
      </a:dk1>
      <a:lt1>
        <a:sysClr val="window" lastClr="FFFFFF"/>
      </a:lt1>
      <a:dk2>
        <a:srgbClr val="375C1E"/>
      </a:dk2>
      <a:lt2>
        <a:srgbClr val="E2DFCC"/>
      </a:lt2>
      <a:accent1>
        <a:srgbClr val="9ACB39"/>
      </a:accent1>
      <a:accent2>
        <a:srgbClr val="64C24A"/>
      </a:accent2>
      <a:accent3>
        <a:srgbClr val="297D53"/>
      </a:accent3>
      <a:accent4>
        <a:srgbClr val="FECF3F"/>
      </a:accent4>
      <a:accent5>
        <a:srgbClr val="F99D40"/>
      </a:accent5>
      <a:accent6>
        <a:srgbClr val="715C21"/>
      </a:accent6>
      <a:hlink>
        <a:srgbClr val="63A537"/>
      </a:hlink>
      <a:folHlink>
        <a:srgbClr val="63A537"/>
      </a:folHlink>
    </a:clrScheme>
    <a:fontScheme name="Custom 143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_19716240_TF16411175.potx" id="{2F727159-B4B2-45D8-A163-ABEEA6822E57}" vid="{24BD772C-EB44-4D55-AA09-B81AA5E53BF7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Verdant 발표 데크</Template>
  <TotalTime>0</TotalTime>
  <Words>1077</Words>
  <Application>Microsoft Office PowerPoint</Application>
  <PresentationFormat>와이드스크린</PresentationFormat>
  <Paragraphs>198</Paragraphs>
  <Slides>28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5" baseType="lpstr">
      <vt:lpstr>맑은 고딕</vt:lpstr>
      <vt:lpstr>Arial</vt:lpstr>
      <vt:lpstr>Calibri Light</vt:lpstr>
      <vt:lpstr>Consolas</vt:lpstr>
      <vt:lpstr>Rockwell</vt:lpstr>
      <vt:lpstr>Times New Roman</vt:lpstr>
      <vt:lpstr>Office 테마</vt:lpstr>
      <vt:lpstr>신규 인력을 위한  개발 도우미</vt:lpstr>
      <vt:lpstr>배경</vt:lpstr>
      <vt:lpstr>배경</vt:lpstr>
      <vt:lpstr>Architecture</vt:lpstr>
      <vt:lpstr>UI (외부 데이터 저장)</vt:lpstr>
      <vt:lpstr>UI (Chatbot)</vt:lpstr>
      <vt:lpstr>UI (Finetune)</vt:lpstr>
      <vt:lpstr>구현 설명 (파일 구조)</vt:lpstr>
      <vt:lpstr>Main.py (1. 데이터 저장 Sidebar)</vt:lpstr>
      <vt:lpstr>Main.py (2. Word file upload)</vt:lpstr>
      <vt:lpstr>Continued…</vt:lpstr>
      <vt:lpstr>시행 착오 #1 (File load) </vt:lpstr>
      <vt:lpstr>Continued…</vt:lpstr>
      <vt:lpstr>Main.py (3. VectorDB)</vt:lpstr>
      <vt:lpstr>시행 착오 #2 (VectorDB)</vt:lpstr>
      <vt:lpstr>Main.py (4. Chatbot)</vt:lpstr>
      <vt:lpstr>Main.py (5. Q&amp;A)</vt:lpstr>
      <vt:lpstr>Continued…</vt:lpstr>
      <vt:lpstr>Main.py (6. 답변 보강)</vt:lpstr>
      <vt:lpstr>Continued…</vt:lpstr>
      <vt:lpstr>시행 착오 #3 (Q&amp;A - 1) </vt:lpstr>
      <vt:lpstr>시행 착오 #3 (Q&amp;A - 2) </vt:lpstr>
      <vt:lpstr>시행 착오 #3 (Q&amp;A - 3) </vt:lpstr>
      <vt:lpstr>Main.py (7. Feedback)</vt:lpstr>
      <vt:lpstr>Load_model.py</vt:lpstr>
      <vt:lpstr>Finetune_LoRA.py </vt:lpstr>
      <vt:lpstr>결론</vt:lpstr>
      <vt:lpstr>감사합니다!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2025-11-25T12:45:17Z</dcterms:created>
  <dcterms:modified xsi:type="dcterms:W3CDTF">2025-11-27T04:32:37Z</dcterms:modified>
</cp:coreProperties>
</file>