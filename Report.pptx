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omments/comment1.xml" ContentType="application/vnd.openxmlformats-officedocument.presentationml.comments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 autoCompressPictures="0">
  <p:sldMasterIdLst>
    <p:sldMasterId id="2147483648" r:id="rId1"/>
  </p:sldMasterIdLst>
  <p:notesMasterIdLst>
    <p:notesMasterId r:id="rId12"/>
  </p:notesMasterIdLst>
  <p:handoutMasterIdLst>
    <p:handoutMasterId r:id="rId13"/>
  </p:handoutMasterIdLst>
  <p:sldIdLst>
    <p:sldId id="256" r:id="rId2"/>
    <p:sldId id="287" r:id="rId3"/>
    <p:sldId id="288" r:id="rId4"/>
    <p:sldId id="289" r:id="rId5"/>
    <p:sldId id="290" r:id="rId6"/>
    <p:sldId id="291" r:id="rId7"/>
    <p:sldId id="292" r:id="rId8"/>
    <p:sldId id="293" r:id="rId9"/>
    <p:sldId id="294" r:id="rId10"/>
    <p:sldId id="279" r:id="rId11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2" name="만든 이" initials="오전" lastIdx="1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33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69012ECD-51FC-41F1-AA8D-1B2483CD663E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033" autoAdjust="0"/>
    <p:restoredTop sz="94607" autoAdjust="0"/>
  </p:normalViewPr>
  <p:slideViewPr>
    <p:cSldViewPr snapToGrid="0">
      <p:cViewPr varScale="1">
        <p:scale>
          <a:sx n="85" d="100"/>
          <a:sy n="85" d="100"/>
        </p:scale>
        <p:origin x="360" y="72"/>
      </p:cViewPr>
      <p:guideLst/>
    </p:cSldViewPr>
  </p:slideViewPr>
  <p:outlineViewPr>
    <p:cViewPr>
      <p:scale>
        <a:sx n="33" d="100"/>
        <a:sy n="33" d="100"/>
      </p:scale>
      <p:origin x="0" y="-17394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87" d="100"/>
          <a:sy n="87" d="100"/>
        </p:scale>
        <p:origin x="3840" y="1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handoutMaster" Target="handoutMasters/handoutMaster1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commentAuthors" Target="commentAuthors.xml"/></Relationships>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2" dt="2025-11-25T22:34:04.602" idx="1">
    <p:pos x="10" y="10"/>
    <p:text/>
    <p:extLst>
      <p:ext uri="{C676402C-5697-4E1C-873F-D02D1690AC5C}">
        <p15:threadingInfo xmlns:p15="http://schemas.microsoft.com/office/powerpoint/2012/main" timeZoneBias="-540"/>
      </p:ext>
    </p:extLst>
  </p:cm>
</p:cmLst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>
            <a:extLst>
              <a:ext uri="{FF2B5EF4-FFF2-40B4-BE49-F238E27FC236}">
                <a16:creationId xmlns:a16="http://schemas.microsoft.com/office/drawing/2014/main" id="{B76F666D-E0C2-435B-BAA8-9287F9E5D38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ZA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9FEBCAF-CB3F-4928-91AA-D61472F880C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90C352C7-1016-4D1A-9D3E-2095A1002F91}" type="datetime4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2025년 11월 26일</a:t>
            </a:fld>
            <a:endParaRPr lang="ko-KR" altLang="en-ZA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69256698-63C6-4CCC-81CB-EA5604C30F1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ZA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2467FDA-05D7-4760-A373-5D6AEAAF427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682C0B10-7CAE-41E4-AB02-7E8B1FF2B898}" type="slidenum">
              <a:rPr lang="en-ZA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ZA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8753759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117870AF-1C7D-40B6-B679-6F8254403883}" type="datetime4">
              <a:rPr lang="ko-KR" altLang="en-US" smtClean="0"/>
              <a:pPr/>
              <a:t>2025년 11월 26일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ZA" noProof="0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 편집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  <a:endParaRPr lang="ko-KR" altLang="en-ZA" noProof="0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B8649DAF-093F-4482-AA38-346E9A2DEE94}" type="slidenum">
              <a:rPr lang="en-ZA" altLang="ko-KR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568136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649DAF-093F-4482-AA38-346E9A2DEE94}" type="slidenum">
              <a:rPr lang="en-ZA" altLang="ko-KR" smtClean="0"/>
              <a:pPr/>
              <a:t>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4355450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649DAF-093F-4482-AA38-346E9A2DEE94}" type="slidenum">
              <a:rPr lang="en-ZA" altLang="ko-KR" smtClean="0"/>
              <a:pPr/>
              <a:t>10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516358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제목 슬라이드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그림 개체 틀 31">
            <a:extLst>
              <a:ext uri="{FF2B5EF4-FFF2-40B4-BE49-F238E27FC236}">
                <a16:creationId xmlns:a16="http://schemas.microsoft.com/office/drawing/2014/main" id="{6BC25646-06FC-4B3E-A74E-268EB8AEA602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86715" y="86714"/>
            <a:ext cx="12018572" cy="6684572"/>
          </a:xfrm>
          <a:solidFill>
            <a:schemeClr val="bg1">
              <a:lumMod val="85000"/>
            </a:schemeClr>
          </a:solidFill>
        </p:spPr>
        <p:txBody>
          <a:bodyPr lIns="360000" tIns="360000" rtlCol="0"/>
          <a:lstStyle>
            <a:lvl1pPr marL="0" indent="0">
              <a:buNone/>
              <a:defRPr sz="1100" i="1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rtl="0"/>
            <a:r>
              <a:rPr lang="ko-KR" altLang="en-US" noProof="0" dirty="0"/>
              <a:t>여기에 이미지 삽입 또는 끌어서 놓기</a:t>
            </a: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0F23EB7-E336-46EB-A4A0-3DB7A6BF4CE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1768422"/>
            <a:ext cx="6840000" cy="2387600"/>
          </a:xfrm>
          <a:solidFill>
            <a:schemeClr val="tx1">
              <a:alpha val="80000"/>
            </a:schemeClr>
          </a:solidFill>
        </p:spPr>
        <p:txBody>
          <a:bodyPr lIns="432000" rIns="432000" bIns="144000" rtlCol="0" anchor="b"/>
          <a:lstStyle>
            <a:lvl1pPr algn="l">
              <a:defRPr sz="4200" spc="-150">
                <a:solidFill>
                  <a:schemeClr val="bg1"/>
                </a:solidFill>
              </a:defRPr>
            </a:lvl1pPr>
          </a:lstStyle>
          <a:p>
            <a:pPr rtl="0"/>
            <a:r>
              <a:rPr lang="ko-KR" altLang="en-US" noProof="0" dirty="0"/>
              <a:t>클릭하여 마스터 편집 </a:t>
            </a:r>
            <a:br>
              <a:rPr lang="ko-KR" altLang="en-US" noProof="0" dirty="0"/>
            </a:br>
            <a:r>
              <a:rPr lang="ko-KR" altLang="en-US" noProof="0" dirty="0"/>
              <a:t>제목 스타일</a:t>
            </a:r>
            <a:endParaRPr lang="ko-KR" altLang="en-ZA" noProof="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C9980B88-3F4A-4688-9ED0-17EF37E62D9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4153578"/>
            <a:ext cx="6840000" cy="936000"/>
          </a:xfrm>
          <a:solidFill>
            <a:schemeClr val="tx1">
              <a:alpha val="90000"/>
            </a:schemeClr>
          </a:solidFill>
        </p:spPr>
        <p:txBody>
          <a:bodyPr lIns="432000" tIns="144000" rtlCol="0"/>
          <a:lstStyle>
            <a:lvl1pPr marL="0" indent="0" algn="l">
              <a:buNone/>
              <a:defRPr sz="21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rtl="0"/>
            <a:r>
              <a:rPr lang="ko-KR" altLang="en-US" noProof="0"/>
              <a:t>클릭하여 마스터 부제목 스타일 편집</a:t>
            </a:r>
            <a:endParaRPr lang="ko-KR" altLang="en-ZA" noProof="0" dirty="0"/>
          </a:p>
        </p:txBody>
      </p:sp>
    </p:spTree>
    <p:extLst>
      <p:ext uri="{BB962C8B-B14F-4D97-AF65-F5344CB8AC3E}">
        <p14:creationId xmlns:p14="http://schemas.microsoft.com/office/powerpoint/2010/main" val="13340384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제목 슬라이드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474E1F0E-A827-4F38-BAAB-5D5831E0813A}"/>
              </a:ext>
            </a:extLst>
          </p:cNvPr>
          <p:cNvSpPr/>
          <p:nvPr userDrawn="1"/>
        </p:nvSpPr>
        <p:spPr>
          <a:xfrm>
            <a:off x="0" y="6771286"/>
            <a:ext cx="12192000" cy="8671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ZA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1B7D9229-CE8B-44FD-B1E6-2FE619F40B4F}"/>
              </a:ext>
            </a:extLst>
          </p:cNvPr>
          <p:cNvSpPr/>
          <p:nvPr userDrawn="1"/>
        </p:nvSpPr>
        <p:spPr>
          <a:xfrm>
            <a:off x="0" y="0"/>
            <a:ext cx="12192000" cy="8671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ZA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4683AF15-88E9-4D75-9D5E-7E4924887E91}"/>
              </a:ext>
            </a:extLst>
          </p:cNvPr>
          <p:cNvSpPr/>
          <p:nvPr userDrawn="1"/>
        </p:nvSpPr>
        <p:spPr>
          <a:xfrm rot="5400000">
            <a:off x="-3385643" y="3385642"/>
            <a:ext cx="6858001" cy="8671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ZA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D3B18E46-480F-48E8-9675-259D3D06A00D}"/>
              </a:ext>
            </a:extLst>
          </p:cNvPr>
          <p:cNvSpPr/>
          <p:nvPr userDrawn="1"/>
        </p:nvSpPr>
        <p:spPr>
          <a:xfrm rot="5400000">
            <a:off x="8719643" y="3385643"/>
            <a:ext cx="6858000" cy="8671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ZA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2" name="그림 개체 틀 31">
            <a:extLst>
              <a:ext uri="{FF2B5EF4-FFF2-40B4-BE49-F238E27FC236}">
                <a16:creationId xmlns:a16="http://schemas.microsoft.com/office/drawing/2014/main" id="{6BC25646-06FC-4B3E-A74E-268EB8AEA602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86714" y="86714"/>
            <a:ext cx="6009285" cy="6684572"/>
          </a:xfrm>
          <a:solidFill>
            <a:schemeClr val="bg1">
              <a:lumMod val="85000"/>
            </a:schemeClr>
          </a:solidFill>
        </p:spPr>
        <p:txBody>
          <a:bodyPr lIns="0" tIns="0" rtlCol="0" anchor="ctr"/>
          <a:lstStyle>
            <a:lvl1pPr marL="0" indent="0" algn="ctr">
              <a:buNone/>
              <a:defRPr sz="1100" i="1"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defRPr>
            </a:lvl1pPr>
          </a:lstStyle>
          <a:p>
            <a:pPr rtl="0"/>
            <a:r>
              <a:rPr lang="ko-KR" altLang="en-US" noProof="0" dirty="0"/>
              <a:t>여기에 이미지 삽입 또는 끌어서 놓기</a:t>
            </a: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0F23EB7-E336-46EB-A4A0-3DB7A6BF4CE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095999" y="86714"/>
            <a:ext cx="6009287" cy="4068402"/>
          </a:xfrm>
          <a:solidFill>
            <a:schemeClr val="tx1">
              <a:alpha val="80000"/>
            </a:schemeClr>
          </a:solidFill>
        </p:spPr>
        <p:txBody>
          <a:bodyPr lIns="288000" rIns="432000" bIns="144000" rtlCol="0" anchor="b"/>
          <a:lstStyle>
            <a:lvl1pPr algn="r">
              <a:defRPr sz="4200" spc="-15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 dirty="0"/>
              <a:t>클릭하여 편집 </a:t>
            </a:r>
            <a:br>
              <a:rPr lang="ko-KR" altLang="en-US" noProof="0" dirty="0"/>
            </a:br>
            <a:r>
              <a:rPr lang="ko-KR" altLang="en-US" noProof="0" dirty="0"/>
              <a:t>마스터 제목 스타일</a:t>
            </a:r>
            <a:endParaRPr lang="ko-KR" altLang="en-ZA" noProof="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C9980B88-3F4A-4688-9ED0-17EF37E62D9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95999" y="4152672"/>
            <a:ext cx="6009287" cy="1818422"/>
          </a:xfrm>
          <a:solidFill>
            <a:schemeClr val="bg1">
              <a:lumMod val="95000"/>
              <a:alpha val="80000"/>
            </a:schemeClr>
          </a:solidFill>
        </p:spPr>
        <p:txBody>
          <a:bodyPr lIns="288000" tIns="144000" rIns="432000" rtlCol="0"/>
          <a:lstStyle>
            <a:lvl1pPr marL="0" indent="0" algn="r">
              <a:buNone/>
              <a:defRPr sz="21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rtl="0"/>
            <a:r>
              <a:rPr lang="ko-KR" altLang="en-US" noProof="0"/>
              <a:t>클릭하여 마스터 부제목 스타일 편집</a:t>
            </a:r>
            <a:endParaRPr lang="ko-KR" altLang="en-ZA" noProof="0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9994FE7-F6B5-D34D-B846-52B81F6F601D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19B51A1E-902D-48AF-9020-955120F399B6}" type="slidenum">
              <a:rPr lang="en-ZA" altLang="ko-KR" smtClean="0"/>
              <a:pPr/>
              <a:t>‹#›</a:t>
            </a:fld>
            <a:endParaRPr lang="ko-KR" altLang="en-US" dirty="0"/>
          </a:p>
        </p:txBody>
      </p:sp>
      <p:sp>
        <p:nvSpPr>
          <p:cNvPr id="6" name="텍스트 상자 5">
            <a:extLst>
              <a:ext uri="{FF2B5EF4-FFF2-40B4-BE49-F238E27FC236}">
                <a16:creationId xmlns:a16="http://schemas.microsoft.com/office/drawing/2014/main" id="{6989E631-FFE0-4842-9C8D-2977AD46DA07}"/>
              </a:ext>
            </a:extLst>
          </p:cNvPr>
          <p:cNvSpPr txBox="1"/>
          <p:nvPr userDrawn="1"/>
        </p:nvSpPr>
        <p:spPr>
          <a:xfrm>
            <a:off x="5861957" y="6613071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 rtl="0"/>
            <a:endParaRPr lang="ko-KR" altLang="en-US" sz="1200" noProof="0" dirty="0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047435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큰 이미지 및 텍스트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0F23EB7-E336-46EB-A4A0-3DB7A6BF4CE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4000" y="3517901"/>
            <a:ext cx="6012000" cy="1409700"/>
          </a:xfrm>
          <a:solidFill>
            <a:schemeClr val="tx1"/>
          </a:solidFill>
        </p:spPr>
        <p:txBody>
          <a:bodyPr lIns="288000" rIns="432000" bIns="144000" rtlCol="0" anchor="b"/>
          <a:lstStyle>
            <a:lvl1pPr algn="r">
              <a:defRPr sz="4200" spc="-15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 dirty="0"/>
              <a:t>클릭하여 편집 </a:t>
            </a:r>
            <a:br>
              <a:rPr lang="ko-KR" altLang="en-US" noProof="0" dirty="0"/>
            </a:br>
            <a:r>
              <a:rPr lang="ko-KR" altLang="en-US" noProof="0" dirty="0"/>
              <a:t>마스터 제목 스타일</a:t>
            </a:r>
            <a:endParaRPr lang="ko-KR" altLang="en-ZA" noProof="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C9980B88-3F4A-4688-9ED0-17EF37E62D9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000" y="4927600"/>
            <a:ext cx="6012000" cy="1845743"/>
          </a:xfrm>
          <a:solidFill>
            <a:schemeClr val="tx1">
              <a:lumMod val="85000"/>
              <a:lumOff val="15000"/>
            </a:schemeClr>
          </a:solidFill>
        </p:spPr>
        <p:txBody>
          <a:bodyPr lIns="288000" tIns="144000" rIns="432000" rtlCol="0"/>
          <a:lstStyle>
            <a:lvl1pPr marL="0" indent="0" algn="r">
              <a:buNone/>
              <a:defRPr sz="21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rtl="0"/>
            <a:r>
              <a:rPr lang="ko-KR" altLang="en-US" noProof="0"/>
              <a:t>클릭하여 마스터 부제목 스타일 편집</a:t>
            </a:r>
            <a:endParaRPr lang="ko-KR" altLang="en-ZA" noProof="0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9994FE7-F6B5-D34D-B846-52B81F6F601D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19B51A1E-902D-48AF-9020-955120F399B6}" type="slidenum">
              <a:rPr lang="en-ZA" altLang="ko-KR" smtClean="0"/>
              <a:pPr/>
              <a:t>‹#›</a:t>
            </a:fld>
            <a:endParaRPr lang="ko-KR" altLang="en-US" dirty="0"/>
          </a:p>
        </p:txBody>
      </p:sp>
      <p:sp>
        <p:nvSpPr>
          <p:cNvPr id="6" name="텍스트 상자 5">
            <a:extLst>
              <a:ext uri="{FF2B5EF4-FFF2-40B4-BE49-F238E27FC236}">
                <a16:creationId xmlns:a16="http://schemas.microsoft.com/office/drawing/2014/main" id="{6989E631-FFE0-4842-9C8D-2977AD46DA07}"/>
              </a:ext>
            </a:extLst>
          </p:cNvPr>
          <p:cNvSpPr txBox="1"/>
          <p:nvPr userDrawn="1"/>
        </p:nvSpPr>
        <p:spPr>
          <a:xfrm>
            <a:off x="5861957" y="6613071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 rtl="0"/>
            <a:endParaRPr lang="ko-KR" altLang="en-US" sz="1200" noProof="0" dirty="0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2" name="그림 개체 틀 31">
            <a:extLst>
              <a:ext uri="{FF2B5EF4-FFF2-40B4-BE49-F238E27FC236}">
                <a16:creationId xmlns:a16="http://schemas.microsoft.com/office/drawing/2014/main" id="{6BC25646-06FC-4B3E-A74E-268EB8AEA602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84000" y="86714"/>
            <a:ext cx="6009285" cy="3431187"/>
          </a:xfrm>
          <a:solidFill>
            <a:srgbClr val="333333"/>
          </a:solidFill>
        </p:spPr>
        <p:txBody>
          <a:bodyPr lIns="0" tIns="0" rtlCol="0" anchor="ctr"/>
          <a:lstStyle>
            <a:lvl1pPr marL="0" indent="0" algn="ctr">
              <a:buNone/>
              <a:defRPr sz="1100" i="1">
                <a:solidFill>
                  <a:schemeClr val="bg1">
                    <a:lumMod val="8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defRPr>
            </a:lvl1pPr>
          </a:lstStyle>
          <a:p>
            <a:pPr rtl="0"/>
            <a:r>
              <a:rPr lang="ko-KR" altLang="en-US" noProof="0" dirty="0"/>
              <a:t>여기에 이미지 삽입 또는 끌어서 놓기</a:t>
            </a:r>
          </a:p>
        </p:txBody>
      </p:sp>
      <p:sp>
        <p:nvSpPr>
          <p:cNvPr id="16" name="내용 개체 틀 2">
            <a:extLst>
              <a:ext uri="{FF2B5EF4-FFF2-40B4-BE49-F238E27FC236}">
                <a16:creationId xmlns:a16="http://schemas.microsoft.com/office/drawing/2014/main" id="{ED5F0C9D-A08F-4539-BA26-61D24BBE6E9A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6464300" y="1152000"/>
            <a:ext cx="5307700" cy="4680000"/>
          </a:xfrm>
        </p:spPr>
        <p:txBody>
          <a:bodyPr rtlCol="0" anchor="b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lvl="0" rtl="0"/>
            <a:r>
              <a:rPr lang="ko-KR" altLang="en-US" noProof="0"/>
              <a:t>마스터 텍스트 스타일 편집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  <a:endParaRPr lang="ko-KR" altLang="en-ZA" noProof="0" dirty="0"/>
          </a:p>
        </p:txBody>
      </p:sp>
    </p:spTree>
    <p:extLst>
      <p:ext uri="{BB962C8B-B14F-4D97-AF65-F5344CB8AC3E}">
        <p14:creationId xmlns:p14="http://schemas.microsoft.com/office/powerpoint/2010/main" val="6072830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1948E38-8FB0-4E51-A01C-C88794372E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2000" y="1152000"/>
            <a:ext cx="11340000" cy="4680000"/>
          </a:xfrm>
        </p:spPr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lvl="0" rtl="0"/>
            <a:r>
              <a:rPr lang="ko-KR" altLang="en-US" noProof="0"/>
              <a:t>마스터 텍스트 스타일 편집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  <a:endParaRPr lang="ko-KR" altLang="en-ZA" noProof="0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CFF4C50-933F-41F9-AD11-BD02410AA7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ZA" noProof="0" dirty="0"/>
          </a:p>
        </p:txBody>
      </p:sp>
      <p:sp>
        <p:nvSpPr>
          <p:cNvPr id="7" name="바닥글 개체 틀 6">
            <a:extLst>
              <a:ext uri="{FF2B5EF4-FFF2-40B4-BE49-F238E27FC236}">
                <a16:creationId xmlns:a16="http://schemas.microsoft.com/office/drawing/2014/main" id="{19F419B1-164A-4B7A-BBEC-47B6151ECB0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/>
              <a:t>바닥글 추가</a:t>
            </a:r>
            <a:endParaRPr lang="ko-KR" altLang="en-US" dirty="0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86E99B1E-D08C-46BA-9D27-9ED02F4C9B6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19B51A1E-902D-48AF-9020-955120F399B6}" type="slidenum">
              <a:rPr lang="en-ZA" altLang="ko-KR" smtClean="0"/>
              <a:pPr/>
              <a:t>‹#›</a:t>
            </a:fld>
            <a:endParaRPr lang="ko-KR" altLang="en-US" dirty="0"/>
          </a:p>
        </p:txBody>
      </p:sp>
      <p:sp>
        <p:nvSpPr>
          <p:cNvPr id="24" name="자유형: 도형 23">
            <a:extLst>
              <a:ext uri="{FF2B5EF4-FFF2-40B4-BE49-F238E27FC236}">
                <a16:creationId xmlns:a16="http://schemas.microsoft.com/office/drawing/2014/main" id="{5F6D6B0F-FF8B-4D60-B712-A57904D5502C}"/>
              </a:ext>
            </a:extLst>
          </p:cNvPr>
          <p:cNvSpPr/>
          <p:nvPr userDrawn="1"/>
        </p:nvSpPr>
        <p:spPr>
          <a:xfrm rot="19260823">
            <a:off x="10216425" y="538864"/>
            <a:ext cx="467362" cy="344458"/>
          </a:xfrm>
          <a:custGeom>
            <a:avLst/>
            <a:gdLst>
              <a:gd name="connsiteX0" fmla="*/ 692798 w 692798"/>
              <a:gd name="connsiteY0" fmla="*/ 224339 h 510610"/>
              <a:gd name="connsiteX1" fmla="*/ 308036 w 692798"/>
              <a:gd name="connsiteY1" fmla="*/ 510610 h 510610"/>
              <a:gd name="connsiteX2" fmla="*/ 64876 w 692798"/>
              <a:gd name="connsiteY2" fmla="*/ 168539 h 510610"/>
              <a:gd name="connsiteX3" fmla="*/ 0 w 692798"/>
              <a:gd name="connsiteY3" fmla="*/ 0 h 510610"/>
              <a:gd name="connsiteX4" fmla="*/ 692798 w 692798"/>
              <a:gd name="connsiteY4" fmla="*/ 224339 h 510610"/>
              <a:gd name="connsiteX0" fmla="*/ 692798 w 692798"/>
              <a:gd name="connsiteY0" fmla="*/ 224339 h 510610"/>
              <a:gd name="connsiteX1" fmla="*/ 308036 w 692798"/>
              <a:gd name="connsiteY1" fmla="*/ 510610 h 510610"/>
              <a:gd name="connsiteX2" fmla="*/ 0 w 692798"/>
              <a:gd name="connsiteY2" fmla="*/ 0 h 510610"/>
              <a:gd name="connsiteX3" fmla="*/ 692798 w 692798"/>
              <a:gd name="connsiteY3" fmla="*/ 224339 h 5106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92798" h="510610">
                <a:moveTo>
                  <a:pt x="692798" y="224339"/>
                </a:moveTo>
                <a:lnTo>
                  <a:pt x="308036" y="510610"/>
                </a:lnTo>
                <a:lnTo>
                  <a:pt x="0" y="0"/>
                </a:lnTo>
                <a:lnTo>
                  <a:pt x="692798" y="224339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ZA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5" name="자유형: 도형 24">
            <a:extLst>
              <a:ext uri="{FF2B5EF4-FFF2-40B4-BE49-F238E27FC236}">
                <a16:creationId xmlns:a16="http://schemas.microsoft.com/office/drawing/2014/main" id="{FFF5FB50-33B5-4195-92D6-70891F240926}"/>
              </a:ext>
            </a:extLst>
          </p:cNvPr>
          <p:cNvSpPr/>
          <p:nvPr userDrawn="1"/>
        </p:nvSpPr>
        <p:spPr>
          <a:xfrm rot="20377627">
            <a:off x="10678141" y="849218"/>
            <a:ext cx="316887" cy="233554"/>
          </a:xfrm>
          <a:custGeom>
            <a:avLst/>
            <a:gdLst>
              <a:gd name="connsiteX0" fmla="*/ 692798 w 692798"/>
              <a:gd name="connsiteY0" fmla="*/ 224339 h 510610"/>
              <a:gd name="connsiteX1" fmla="*/ 308036 w 692798"/>
              <a:gd name="connsiteY1" fmla="*/ 510610 h 510610"/>
              <a:gd name="connsiteX2" fmla="*/ 64876 w 692798"/>
              <a:gd name="connsiteY2" fmla="*/ 168539 h 510610"/>
              <a:gd name="connsiteX3" fmla="*/ 0 w 692798"/>
              <a:gd name="connsiteY3" fmla="*/ 0 h 510610"/>
              <a:gd name="connsiteX4" fmla="*/ 692798 w 692798"/>
              <a:gd name="connsiteY4" fmla="*/ 224339 h 510610"/>
              <a:gd name="connsiteX0" fmla="*/ 692798 w 692798"/>
              <a:gd name="connsiteY0" fmla="*/ 224339 h 510610"/>
              <a:gd name="connsiteX1" fmla="*/ 308036 w 692798"/>
              <a:gd name="connsiteY1" fmla="*/ 510610 h 510610"/>
              <a:gd name="connsiteX2" fmla="*/ 0 w 692798"/>
              <a:gd name="connsiteY2" fmla="*/ 0 h 510610"/>
              <a:gd name="connsiteX3" fmla="*/ 692798 w 692798"/>
              <a:gd name="connsiteY3" fmla="*/ 224339 h 5106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92798" h="510610">
                <a:moveTo>
                  <a:pt x="692798" y="224339"/>
                </a:moveTo>
                <a:lnTo>
                  <a:pt x="308036" y="510610"/>
                </a:lnTo>
                <a:lnTo>
                  <a:pt x="0" y="0"/>
                </a:lnTo>
                <a:lnTo>
                  <a:pt x="692798" y="224339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ZA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6" name="자유형: 도형 25">
            <a:extLst>
              <a:ext uri="{FF2B5EF4-FFF2-40B4-BE49-F238E27FC236}">
                <a16:creationId xmlns:a16="http://schemas.microsoft.com/office/drawing/2014/main" id="{EECD958F-56E9-4A3B-9C25-D5970592C848}"/>
              </a:ext>
            </a:extLst>
          </p:cNvPr>
          <p:cNvSpPr/>
          <p:nvPr userDrawn="1"/>
        </p:nvSpPr>
        <p:spPr>
          <a:xfrm rot="19260823">
            <a:off x="10717367" y="620572"/>
            <a:ext cx="250689" cy="184764"/>
          </a:xfrm>
          <a:custGeom>
            <a:avLst/>
            <a:gdLst>
              <a:gd name="connsiteX0" fmla="*/ 692798 w 692798"/>
              <a:gd name="connsiteY0" fmla="*/ 224339 h 510610"/>
              <a:gd name="connsiteX1" fmla="*/ 308036 w 692798"/>
              <a:gd name="connsiteY1" fmla="*/ 510610 h 510610"/>
              <a:gd name="connsiteX2" fmla="*/ 64876 w 692798"/>
              <a:gd name="connsiteY2" fmla="*/ 168539 h 510610"/>
              <a:gd name="connsiteX3" fmla="*/ 0 w 692798"/>
              <a:gd name="connsiteY3" fmla="*/ 0 h 510610"/>
              <a:gd name="connsiteX4" fmla="*/ 692798 w 692798"/>
              <a:gd name="connsiteY4" fmla="*/ 224339 h 510610"/>
              <a:gd name="connsiteX0" fmla="*/ 692798 w 692798"/>
              <a:gd name="connsiteY0" fmla="*/ 224339 h 510610"/>
              <a:gd name="connsiteX1" fmla="*/ 308036 w 692798"/>
              <a:gd name="connsiteY1" fmla="*/ 510610 h 510610"/>
              <a:gd name="connsiteX2" fmla="*/ 0 w 692798"/>
              <a:gd name="connsiteY2" fmla="*/ 0 h 510610"/>
              <a:gd name="connsiteX3" fmla="*/ 692798 w 692798"/>
              <a:gd name="connsiteY3" fmla="*/ 224339 h 5106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92798" h="510610">
                <a:moveTo>
                  <a:pt x="692798" y="224339"/>
                </a:moveTo>
                <a:lnTo>
                  <a:pt x="308036" y="510610"/>
                </a:lnTo>
                <a:lnTo>
                  <a:pt x="0" y="0"/>
                </a:lnTo>
                <a:lnTo>
                  <a:pt x="692798" y="224339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ZA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7" name="자유형: 도형 26">
            <a:extLst>
              <a:ext uri="{FF2B5EF4-FFF2-40B4-BE49-F238E27FC236}">
                <a16:creationId xmlns:a16="http://schemas.microsoft.com/office/drawing/2014/main" id="{72F4FF18-9272-43AF-912E-B1CF8BF148D4}"/>
              </a:ext>
            </a:extLst>
          </p:cNvPr>
          <p:cNvSpPr/>
          <p:nvPr userDrawn="1"/>
        </p:nvSpPr>
        <p:spPr>
          <a:xfrm rot="19810388">
            <a:off x="11064926" y="781602"/>
            <a:ext cx="216995" cy="159931"/>
          </a:xfrm>
          <a:custGeom>
            <a:avLst/>
            <a:gdLst>
              <a:gd name="connsiteX0" fmla="*/ 692798 w 692798"/>
              <a:gd name="connsiteY0" fmla="*/ 224339 h 510610"/>
              <a:gd name="connsiteX1" fmla="*/ 308036 w 692798"/>
              <a:gd name="connsiteY1" fmla="*/ 510610 h 510610"/>
              <a:gd name="connsiteX2" fmla="*/ 64876 w 692798"/>
              <a:gd name="connsiteY2" fmla="*/ 168539 h 510610"/>
              <a:gd name="connsiteX3" fmla="*/ 0 w 692798"/>
              <a:gd name="connsiteY3" fmla="*/ 0 h 510610"/>
              <a:gd name="connsiteX4" fmla="*/ 692798 w 692798"/>
              <a:gd name="connsiteY4" fmla="*/ 224339 h 510610"/>
              <a:gd name="connsiteX0" fmla="*/ 692798 w 692798"/>
              <a:gd name="connsiteY0" fmla="*/ 224339 h 510610"/>
              <a:gd name="connsiteX1" fmla="*/ 308036 w 692798"/>
              <a:gd name="connsiteY1" fmla="*/ 510610 h 510610"/>
              <a:gd name="connsiteX2" fmla="*/ 0 w 692798"/>
              <a:gd name="connsiteY2" fmla="*/ 0 h 510610"/>
              <a:gd name="connsiteX3" fmla="*/ 692798 w 692798"/>
              <a:gd name="connsiteY3" fmla="*/ 224339 h 5106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92798" h="510610">
                <a:moveTo>
                  <a:pt x="692798" y="224339"/>
                </a:moveTo>
                <a:lnTo>
                  <a:pt x="308036" y="510610"/>
                </a:lnTo>
                <a:lnTo>
                  <a:pt x="0" y="0"/>
                </a:lnTo>
                <a:lnTo>
                  <a:pt x="692798" y="224339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ZA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8" name="자유형: 도형 27">
            <a:extLst>
              <a:ext uri="{FF2B5EF4-FFF2-40B4-BE49-F238E27FC236}">
                <a16:creationId xmlns:a16="http://schemas.microsoft.com/office/drawing/2014/main" id="{AE9C7EB4-9E81-4394-8C2C-A54BBD15B51D}"/>
              </a:ext>
            </a:extLst>
          </p:cNvPr>
          <p:cNvSpPr/>
          <p:nvPr userDrawn="1"/>
        </p:nvSpPr>
        <p:spPr>
          <a:xfrm rot="18277851">
            <a:off x="11152527" y="382052"/>
            <a:ext cx="216995" cy="159931"/>
          </a:xfrm>
          <a:custGeom>
            <a:avLst/>
            <a:gdLst>
              <a:gd name="connsiteX0" fmla="*/ 692798 w 692798"/>
              <a:gd name="connsiteY0" fmla="*/ 224339 h 510610"/>
              <a:gd name="connsiteX1" fmla="*/ 308036 w 692798"/>
              <a:gd name="connsiteY1" fmla="*/ 510610 h 510610"/>
              <a:gd name="connsiteX2" fmla="*/ 64876 w 692798"/>
              <a:gd name="connsiteY2" fmla="*/ 168539 h 510610"/>
              <a:gd name="connsiteX3" fmla="*/ 0 w 692798"/>
              <a:gd name="connsiteY3" fmla="*/ 0 h 510610"/>
              <a:gd name="connsiteX4" fmla="*/ 692798 w 692798"/>
              <a:gd name="connsiteY4" fmla="*/ 224339 h 5106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92798" h="510610">
                <a:moveTo>
                  <a:pt x="692798" y="224339"/>
                </a:moveTo>
                <a:lnTo>
                  <a:pt x="308036" y="510610"/>
                </a:lnTo>
                <a:lnTo>
                  <a:pt x="64876" y="168539"/>
                </a:lnTo>
                <a:lnTo>
                  <a:pt x="0" y="0"/>
                </a:lnTo>
                <a:lnTo>
                  <a:pt x="692798" y="224339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ZA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9" name="자유형: 도형 28">
            <a:extLst>
              <a:ext uri="{FF2B5EF4-FFF2-40B4-BE49-F238E27FC236}">
                <a16:creationId xmlns:a16="http://schemas.microsoft.com/office/drawing/2014/main" id="{FE681EC0-A139-4B14-89E8-F237CB63D4C9}"/>
              </a:ext>
            </a:extLst>
          </p:cNvPr>
          <p:cNvSpPr/>
          <p:nvPr userDrawn="1"/>
        </p:nvSpPr>
        <p:spPr>
          <a:xfrm rot="20761418">
            <a:off x="11545452" y="1030689"/>
            <a:ext cx="162256" cy="119587"/>
          </a:xfrm>
          <a:custGeom>
            <a:avLst/>
            <a:gdLst>
              <a:gd name="connsiteX0" fmla="*/ 692798 w 692798"/>
              <a:gd name="connsiteY0" fmla="*/ 224339 h 510610"/>
              <a:gd name="connsiteX1" fmla="*/ 308036 w 692798"/>
              <a:gd name="connsiteY1" fmla="*/ 510610 h 510610"/>
              <a:gd name="connsiteX2" fmla="*/ 64876 w 692798"/>
              <a:gd name="connsiteY2" fmla="*/ 168539 h 510610"/>
              <a:gd name="connsiteX3" fmla="*/ 0 w 692798"/>
              <a:gd name="connsiteY3" fmla="*/ 0 h 510610"/>
              <a:gd name="connsiteX4" fmla="*/ 692798 w 692798"/>
              <a:gd name="connsiteY4" fmla="*/ 224339 h 5106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92798" h="510610">
                <a:moveTo>
                  <a:pt x="692798" y="224339"/>
                </a:moveTo>
                <a:lnTo>
                  <a:pt x="308036" y="510610"/>
                </a:lnTo>
                <a:lnTo>
                  <a:pt x="64876" y="168539"/>
                </a:lnTo>
                <a:lnTo>
                  <a:pt x="0" y="0"/>
                </a:lnTo>
                <a:lnTo>
                  <a:pt x="692798" y="224339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ZA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0" name="자유형: 도형 29">
            <a:extLst>
              <a:ext uri="{FF2B5EF4-FFF2-40B4-BE49-F238E27FC236}">
                <a16:creationId xmlns:a16="http://schemas.microsoft.com/office/drawing/2014/main" id="{87F87648-ABB4-4C97-BB6D-58342407E9DF}"/>
              </a:ext>
            </a:extLst>
          </p:cNvPr>
          <p:cNvSpPr/>
          <p:nvPr userDrawn="1"/>
        </p:nvSpPr>
        <p:spPr>
          <a:xfrm rot="17315293">
            <a:off x="11756248" y="247552"/>
            <a:ext cx="216995" cy="159931"/>
          </a:xfrm>
          <a:custGeom>
            <a:avLst/>
            <a:gdLst>
              <a:gd name="connsiteX0" fmla="*/ 692798 w 692798"/>
              <a:gd name="connsiteY0" fmla="*/ 224339 h 510610"/>
              <a:gd name="connsiteX1" fmla="*/ 308036 w 692798"/>
              <a:gd name="connsiteY1" fmla="*/ 510610 h 510610"/>
              <a:gd name="connsiteX2" fmla="*/ 64876 w 692798"/>
              <a:gd name="connsiteY2" fmla="*/ 168539 h 510610"/>
              <a:gd name="connsiteX3" fmla="*/ 0 w 692798"/>
              <a:gd name="connsiteY3" fmla="*/ 0 h 510610"/>
              <a:gd name="connsiteX4" fmla="*/ 692798 w 692798"/>
              <a:gd name="connsiteY4" fmla="*/ 224339 h 5106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92798" h="510610">
                <a:moveTo>
                  <a:pt x="692798" y="224339"/>
                </a:moveTo>
                <a:lnTo>
                  <a:pt x="308036" y="510610"/>
                </a:lnTo>
                <a:lnTo>
                  <a:pt x="64876" y="168539"/>
                </a:lnTo>
                <a:lnTo>
                  <a:pt x="0" y="0"/>
                </a:lnTo>
                <a:lnTo>
                  <a:pt x="692798" y="224339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ZA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1" name="자유형: 도형 30">
            <a:extLst>
              <a:ext uri="{FF2B5EF4-FFF2-40B4-BE49-F238E27FC236}">
                <a16:creationId xmlns:a16="http://schemas.microsoft.com/office/drawing/2014/main" id="{0802EFEB-F4DF-4501-91AA-173B60EBBBAA}"/>
              </a:ext>
            </a:extLst>
          </p:cNvPr>
          <p:cNvSpPr/>
          <p:nvPr userDrawn="1"/>
        </p:nvSpPr>
        <p:spPr>
          <a:xfrm rot="20082236">
            <a:off x="11448108" y="631127"/>
            <a:ext cx="216995" cy="159931"/>
          </a:xfrm>
          <a:custGeom>
            <a:avLst/>
            <a:gdLst>
              <a:gd name="connsiteX0" fmla="*/ 692798 w 692798"/>
              <a:gd name="connsiteY0" fmla="*/ 224339 h 510610"/>
              <a:gd name="connsiteX1" fmla="*/ 308036 w 692798"/>
              <a:gd name="connsiteY1" fmla="*/ 510610 h 510610"/>
              <a:gd name="connsiteX2" fmla="*/ 64876 w 692798"/>
              <a:gd name="connsiteY2" fmla="*/ 168539 h 510610"/>
              <a:gd name="connsiteX3" fmla="*/ 0 w 692798"/>
              <a:gd name="connsiteY3" fmla="*/ 0 h 510610"/>
              <a:gd name="connsiteX4" fmla="*/ 692798 w 692798"/>
              <a:gd name="connsiteY4" fmla="*/ 224339 h 510610"/>
              <a:gd name="connsiteX0" fmla="*/ 692798 w 692798"/>
              <a:gd name="connsiteY0" fmla="*/ 224339 h 510610"/>
              <a:gd name="connsiteX1" fmla="*/ 308036 w 692798"/>
              <a:gd name="connsiteY1" fmla="*/ 510610 h 510610"/>
              <a:gd name="connsiteX2" fmla="*/ 0 w 692798"/>
              <a:gd name="connsiteY2" fmla="*/ 0 h 510610"/>
              <a:gd name="connsiteX3" fmla="*/ 692798 w 692798"/>
              <a:gd name="connsiteY3" fmla="*/ 224339 h 5106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92798" h="510610">
                <a:moveTo>
                  <a:pt x="692798" y="224339"/>
                </a:moveTo>
                <a:lnTo>
                  <a:pt x="308036" y="510610"/>
                </a:lnTo>
                <a:lnTo>
                  <a:pt x="0" y="0"/>
                </a:lnTo>
                <a:lnTo>
                  <a:pt x="692798" y="224339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ZA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2" name="자유형: 도형 31">
            <a:extLst>
              <a:ext uri="{FF2B5EF4-FFF2-40B4-BE49-F238E27FC236}">
                <a16:creationId xmlns:a16="http://schemas.microsoft.com/office/drawing/2014/main" id="{109FE51D-8E02-4ED7-862B-5CF838F7F77F}"/>
              </a:ext>
            </a:extLst>
          </p:cNvPr>
          <p:cNvSpPr/>
          <p:nvPr userDrawn="1"/>
        </p:nvSpPr>
        <p:spPr>
          <a:xfrm rot="19879732">
            <a:off x="11668879" y="824433"/>
            <a:ext cx="216995" cy="159931"/>
          </a:xfrm>
          <a:custGeom>
            <a:avLst/>
            <a:gdLst>
              <a:gd name="connsiteX0" fmla="*/ 692798 w 692798"/>
              <a:gd name="connsiteY0" fmla="*/ 224339 h 510610"/>
              <a:gd name="connsiteX1" fmla="*/ 308036 w 692798"/>
              <a:gd name="connsiteY1" fmla="*/ 510610 h 510610"/>
              <a:gd name="connsiteX2" fmla="*/ 64876 w 692798"/>
              <a:gd name="connsiteY2" fmla="*/ 168539 h 510610"/>
              <a:gd name="connsiteX3" fmla="*/ 0 w 692798"/>
              <a:gd name="connsiteY3" fmla="*/ 0 h 510610"/>
              <a:gd name="connsiteX4" fmla="*/ 692798 w 692798"/>
              <a:gd name="connsiteY4" fmla="*/ 224339 h 5106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92798" h="510610">
                <a:moveTo>
                  <a:pt x="692798" y="224339"/>
                </a:moveTo>
                <a:lnTo>
                  <a:pt x="308036" y="510610"/>
                </a:lnTo>
                <a:lnTo>
                  <a:pt x="64876" y="168539"/>
                </a:lnTo>
                <a:lnTo>
                  <a:pt x="0" y="0"/>
                </a:lnTo>
                <a:lnTo>
                  <a:pt x="692798" y="224339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ZA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3" name="자유형: 도형 32">
            <a:extLst>
              <a:ext uri="{FF2B5EF4-FFF2-40B4-BE49-F238E27FC236}">
                <a16:creationId xmlns:a16="http://schemas.microsoft.com/office/drawing/2014/main" id="{4ECB9E40-5923-4571-9C8E-D7412C1283B2}"/>
              </a:ext>
            </a:extLst>
          </p:cNvPr>
          <p:cNvSpPr/>
          <p:nvPr userDrawn="1"/>
        </p:nvSpPr>
        <p:spPr>
          <a:xfrm rot="328041">
            <a:off x="10094502" y="901548"/>
            <a:ext cx="579699" cy="606799"/>
          </a:xfrm>
          <a:custGeom>
            <a:avLst/>
            <a:gdLst>
              <a:gd name="connsiteX0" fmla="*/ 692798 w 692798"/>
              <a:gd name="connsiteY0" fmla="*/ 224339 h 510610"/>
              <a:gd name="connsiteX1" fmla="*/ 308036 w 692798"/>
              <a:gd name="connsiteY1" fmla="*/ 510610 h 510610"/>
              <a:gd name="connsiteX2" fmla="*/ 64876 w 692798"/>
              <a:gd name="connsiteY2" fmla="*/ 168539 h 510610"/>
              <a:gd name="connsiteX3" fmla="*/ 0 w 692798"/>
              <a:gd name="connsiteY3" fmla="*/ 0 h 510610"/>
              <a:gd name="connsiteX4" fmla="*/ 692798 w 692798"/>
              <a:gd name="connsiteY4" fmla="*/ 224339 h 510610"/>
              <a:gd name="connsiteX0" fmla="*/ 692798 w 692798"/>
              <a:gd name="connsiteY0" fmla="*/ 224339 h 510610"/>
              <a:gd name="connsiteX1" fmla="*/ 308036 w 692798"/>
              <a:gd name="connsiteY1" fmla="*/ 510610 h 510610"/>
              <a:gd name="connsiteX2" fmla="*/ 0 w 692798"/>
              <a:gd name="connsiteY2" fmla="*/ 0 h 510610"/>
              <a:gd name="connsiteX3" fmla="*/ 692798 w 692798"/>
              <a:gd name="connsiteY3" fmla="*/ 224339 h 510610"/>
              <a:gd name="connsiteX0" fmla="*/ 487806 w 487806"/>
              <a:gd name="connsiteY0" fmla="*/ 171848 h 510610"/>
              <a:gd name="connsiteX1" fmla="*/ 308036 w 487806"/>
              <a:gd name="connsiteY1" fmla="*/ 510610 h 510610"/>
              <a:gd name="connsiteX2" fmla="*/ 0 w 487806"/>
              <a:gd name="connsiteY2" fmla="*/ 0 h 510610"/>
              <a:gd name="connsiteX3" fmla="*/ 487806 w 487806"/>
              <a:gd name="connsiteY3" fmla="*/ 171848 h 5106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87806" h="510610">
                <a:moveTo>
                  <a:pt x="487806" y="171848"/>
                </a:moveTo>
                <a:lnTo>
                  <a:pt x="308036" y="510610"/>
                </a:lnTo>
                <a:lnTo>
                  <a:pt x="0" y="0"/>
                </a:lnTo>
                <a:lnTo>
                  <a:pt x="487806" y="171848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ZA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4" name="자유형: 도형 33">
            <a:extLst>
              <a:ext uri="{FF2B5EF4-FFF2-40B4-BE49-F238E27FC236}">
                <a16:creationId xmlns:a16="http://schemas.microsoft.com/office/drawing/2014/main" id="{E46052C9-826B-47AC-9F6B-3078D4F43748}"/>
              </a:ext>
            </a:extLst>
          </p:cNvPr>
          <p:cNvSpPr/>
          <p:nvPr userDrawn="1"/>
        </p:nvSpPr>
        <p:spPr>
          <a:xfrm>
            <a:off x="10871770" y="1202556"/>
            <a:ext cx="316887" cy="233554"/>
          </a:xfrm>
          <a:custGeom>
            <a:avLst/>
            <a:gdLst>
              <a:gd name="connsiteX0" fmla="*/ 692798 w 692798"/>
              <a:gd name="connsiteY0" fmla="*/ 224339 h 510610"/>
              <a:gd name="connsiteX1" fmla="*/ 308036 w 692798"/>
              <a:gd name="connsiteY1" fmla="*/ 510610 h 510610"/>
              <a:gd name="connsiteX2" fmla="*/ 64876 w 692798"/>
              <a:gd name="connsiteY2" fmla="*/ 168539 h 510610"/>
              <a:gd name="connsiteX3" fmla="*/ 0 w 692798"/>
              <a:gd name="connsiteY3" fmla="*/ 0 h 510610"/>
              <a:gd name="connsiteX4" fmla="*/ 692798 w 692798"/>
              <a:gd name="connsiteY4" fmla="*/ 224339 h 510610"/>
              <a:gd name="connsiteX0" fmla="*/ 692798 w 692798"/>
              <a:gd name="connsiteY0" fmla="*/ 224339 h 510610"/>
              <a:gd name="connsiteX1" fmla="*/ 308036 w 692798"/>
              <a:gd name="connsiteY1" fmla="*/ 510610 h 510610"/>
              <a:gd name="connsiteX2" fmla="*/ 0 w 692798"/>
              <a:gd name="connsiteY2" fmla="*/ 0 h 510610"/>
              <a:gd name="connsiteX3" fmla="*/ 692798 w 692798"/>
              <a:gd name="connsiteY3" fmla="*/ 224339 h 5106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92798" h="510610">
                <a:moveTo>
                  <a:pt x="692798" y="224339"/>
                </a:moveTo>
                <a:lnTo>
                  <a:pt x="308036" y="510610"/>
                </a:lnTo>
                <a:lnTo>
                  <a:pt x="0" y="0"/>
                </a:lnTo>
                <a:lnTo>
                  <a:pt x="692798" y="224339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ZA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5" name="자유형: 도형 34">
            <a:extLst>
              <a:ext uri="{FF2B5EF4-FFF2-40B4-BE49-F238E27FC236}">
                <a16:creationId xmlns:a16="http://schemas.microsoft.com/office/drawing/2014/main" id="{0C3867F5-4C6F-48BE-9DFF-9046D1FE6771}"/>
              </a:ext>
            </a:extLst>
          </p:cNvPr>
          <p:cNvSpPr/>
          <p:nvPr userDrawn="1"/>
        </p:nvSpPr>
        <p:spPr>
          <a:xfrm rot="20761418">
            <a:off x="11512604" y="1484835"/>
            <a:ext cx="162256" cy="119587"/>
          </a:xfrm>
          <a:custGeom>
            <a:avLst/>
            <a:gdLst>
              <a:gd name="connsiteX0" fmla="*/ 692798 w 692798"/>
              <a:gd name="connsiteY0" fmla="*/ 224339 h 510610"/>
              <a:gd name="connsiteX1" fmla="*/ 308036 w 692798"/>
              <a:gd name="connsiteY1" fmla="*/ 510610 h 510610"/>
              <a:gd name="connsiteX2" fmla="*/ 64876 w 692798"/>
              <a:gd name="connsiteY2" fmla="*/ 168539 h 510610"/>
              <a:gd name="connsiteX3" fmla="*/ 0 w 692798"/>
              <a:gd name="connsiteY3" fmla="*/ 0 h 510610"/>
              <a:gd name="connsiteX4" fmla="*/ 692798 w 692798"/>
              <a:gd name="connsiteY4" fmla="*/ 224339 h 5106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92798" h="510610">
                <a:moveTo>
                  <a:pt x="692798" y="224339"/>
                </a:moveTo>
                <a:lnTo>
                  <a:pt x="308036" y="510610"/>
                </a:lnTo>
                <a:lnTo>
                  <a:pt x="64876" y="168539"/>
                </a:lnTo>
                <a:lnTo>
                  <a:pt x="0" y="0"/>
                </a:lnTo>
                <a:lnTo>
                  <a:pt x="692798" y="224339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ZA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6" name="자유형: 도형 35">
            <a:extLst>
              <a:ext uri="{FF2B5EF4-FFF2-40B4-BE49-F238E27FC236}">
                <a16:creationId xmlns:a16="http://schemas.microsoft.com/office/drawing/2014/main" id="{7B0CB40F-9E6F-457D-9C1F-9769BC3AE13E}"/>
              </a:ext>
            </a:extLst>
          </p:cNvPr>
          <p:cNvSpPr/>
          <p:nvPr userDrawn="1"/>
        </p:nvSpPr>
        <p:spPr>
          <a:xfrm rot="1160487">
            <a:off x="10291662" y="1614015"/>
            <a:ext cx="316887" cy="233554"/>
          </a:xfrm>
          <a:custGeom>
            <a:avLst/>
            <a:gdLst>
              <a:gd name="connsiteX0" fmla="*/ 692798 w 692798"/>
              <a:gd name="connsiteY0" fmla="*/ 224339 h 510610"/>
              <a:gd name="connsiteX1" fmla="*/ 308036 w 692798"/>
              <a:gd name="connsiteY1" fmla="*/ 510610 h 510610"/>
              <a:gd name="connsiteX2" fmla="*/ 64876 w 692798"/>
              <a:gd name="connsiteY2" fmla="*/ 168539 h 510610"/>
              <a:gd name="connsiteX3" fmla="*/ 0 w 692798"/>
              <a:gd name="connsiteY3" fmla="*/ 0 h 510610"/>
              <a:gd name="connsiteX4" fmla="*/ 692798 w 692798"/>
              <a:gd name="connsiteY4" fmla="*/ 224339 h 510610"/>
              <a:gd name="connsiteX0" fmla="*/ 692798 w 692798"/>
              <a:gd name="connsiteY0" fmla="*/ 224339 h 510610"/>
              <a:gd name="connsiteX1" fmla="*/ 308036 w 692798"/>
              <a:gd name="connsiteY1" fmla="*/ 510610 h 510610"/>
              <a:gd name="connsiteX2" fmla="*/ 0 w 692798"/>
              <a:gd name="connsiteY2" fmla="*/ 0 h 510610"/>
              <a:gd name="connsiteX3" fmla="*/ 692798 w 692798"/>
              <a:gd name="connsiteY3" fmla="*/ 224339 h 5106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92798" h="510610">
                <a:moveTo>
                  <a:pt x="692798" y="224339"/>
                </a:moveTo>
                <a:lnTo>
                  <a:pt x="308036" y="510610"/>
                </a:lnTo>
                <a:lnTo>
                  <a:pt x="0" y="0"/>
                </a:lnTo>
                <a:lnTo>
                  <a:pt x="692798" y="224339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ZA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7" name="자유형: 도형 36">
            <a:extLst>
              <a:ext uri="{FF2B5EF4-FFF2-40B4-BE49-F238E27FC236}">
                <a16:creationId xmlns:a16="http://schemas.microsoft.com/office/drawing/2014/main" id="{0FCD03E7-2128-4C04-A914-409506646A76}"/>
              </a:ext>
            </a:extLst>
          </p:cNvPr>
          <p:cNvSpPr/>
          <p:nvPr userDrawn="1"/>
        </p:nvSpPr>
        <p:spPr>
          <a:xfrm rot="803026">
            <a:off x="11586107" y="2015428"/>
            <a:ext cx="162256" cy="119587"/>
          </a:xfrm>
          <a:custGeom>
            <a:avLst/>
            <a:gdLst>
              <a:gd name="connsiteX0" fmla="*/ 692798 w 692798"/>
              <a:gd name="connsiteY0" fmla="*/ 224339 h 510610"/>
              <a:gd name="connsiteX1" fmla="*/ 308036 w 692798"/>
              <a:gd name="connsiteY1" fmla="*/ 510610 h 510610"/>
              <a:gd name="connsiteX2" fmla="*/ 64876 w 692798"/>
              <a:gd name="connsiteY2" fmla="*/ 168539 h 510610"/>
              <a:gd name="connsiteX3" fmla="*/ 0 w 692798"/>
              <a:gd name="connsiteY3" fmla="*/ 0 h 510610"/>
              <a:gd name="connsiteX4" fmla="*/ 692798 w 692798"/>
              <a:gd name="connsiteY4" fmla="*/ 224339 h 5106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92798" h="510610">
                <a:moveTo>
                  <a:pt x="692798" y="224339"/>
                </a:moveTo>
                <a:lnTo>
                  <a:pt x="308036" y="510610"/>
                </a:lnTo>
                <a:lnTo>
                  <a:pt x="64876" y="168539"/>
                </a:lnTo>
                <a:lnTo>
                  <a:pt x="0" y="0"/>
                </a:lnTo>
                <a:lnTo>
                  <a:pt x="692798" y="224339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ZA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345016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용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EE479C-D1F6-4BAC-80D2-90EF74E326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0" y="432000"/>
            <a:ext cx="11340000" cy="432000"/>
          </a:xfrm>
        </p:spPr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ZA" noProof="0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22238F2-C6EC-476F-8371-119AECBA562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32000" y="1152000"/>
            <a:ext cx="5472000" cy="5040000"/>
          </a:xfrm>
        </p:spPr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 rtl="0"/>
            <a:r>
              <a:rPr lang="ko-KR" altLang="en-US" noProof="0"/>
              <a:t>마스터 텍스트 스타일 편집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  <a:endParaRPr lang="ko-KR" altLang="en-ZA" noProof="0" dirty="0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9E47D86-FD0D-44D0-9B7F-9EDEBD11F9D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0A29F8B3-4723-4928-83E5-76C29D05F2F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19B51A1E-902D-48AF-9020-955120F399B6}" type="slidenum">
              <a:rPr lang="en-ZA" altLang="ko-KR" noProof="0" smtClean="0"/>
              <a:pPr/>
              <a:t>‹#›</a:t>
            </a:fld>
            <a:endParaRPr lang="ko-KR" altLang="en-US" noProof="0" dirty="0"/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7867C73D-EE16-41D1-B7CE-A35C765E3B8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299887" y="1152525"/>
            <a:ext cx="5472113" cy="5038725"/>
          </a:xfrm>
        </p:spPr>
        <p:txBody>
          <a:bodyPr rtlCol="0"/>
          <a:lstStyle/>
          <a:p>
            <a:pPr lvl="0" rtl="0"/>
            <a:r>
              <a:rPr lang="ko-KR" altLang="en-US" noProof="0"/>
              <a:t>마스터 텍스트 스타일 편집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  <a:endParaRPr lang="ko-KR" altLang="en-ZA" noProof="0" dirty="0"/>
          </a:p>
        </p:txBody>
      </p:sp>
    </p:spTree>
    <p:extLst>
      <p:ext uri="{BB962C8B-B14F-4D97-AF65-F5344CB8AC3E}">
        <p14:creationId xmlns:p14="http://schemas.microsoft.com/office/powerpoint/2010/main" val="8915521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CFF4C50-933F-41F9-AD11-BD02410AA7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0" y="432000"/>
            <a:ext cx="11340000" cy="432000"/>
          </a:xfrm>
        </p:spPr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ZA" noProof="0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1948E38-8FB0-4E51-A01C-C88794372E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2000" y="1152000"/>
            <a:ext cx="3600000" cy="5039250"/>
          </a:xfrm>
        </p:spPr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 rtl="0"/>
            <a:r>
              <a:rPr lang="ko-KR" altLang="en-US" noProof="0"/>
              <a:t>마스터 텍스트 스타일 편집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  <a:endParaRPr lang="ko-KR" altLang="en-ZA" noProof="0" dirty="0"/>
          </a:p>
        </p:txBody>
      </p:sp>
      <p:sp>
        <p:nvSpPr>
          <p:cNvPr id="7" name="바닥글 개체 틀 6">
            <a:extLst>
              <a:ext uri="{FF2B5EF4-FFF2-40B4-BE49-F238E27FC236}">
                <a16:creationId xmlns:a16="http://schemas.microsoft.com/office/drawing/2014/main" id="{19F419B1-164A-4B7A-BBEC-47B6151ECB0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86E99B1E-D08C-46BA-9D27-9ED02F4C9B6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19B51A1E-902D-48AF-9020-955120F399B6}" type="slidenum">
              <a:rPr lang="en-ZA" altLang="ko-KR" noProof="0" smtClean="0"/>
              <a:pPr/>
              <a:t>‹#›</a:t>
            </a:fld>
            <a:endParaRPr lang="ko-KR" altLang="en-US" noProof="0" dirty="0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16A38E24-EB1C-472F-B631-5DF32F9C4CF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301550" y="1152000"/>
            <a:ext cx="3600450" cy="5038725"/>
          </a:xfrm>
        </p:spPr>
        <p:txBody>
          <a:bodyPr rtlCol="0"/>
          <a:lstStyle/>
          <a:p>
            <a:pPr lvl="0" rtl="0"/>
            <a:r>
              <a:rPr lang="ko-KR" altLang="en-US" noProof="0"/>
              <a:t>마스터 텍스트 스타일 편집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  <a:endParaRPr lang="ko-KR" altLang="en-ZA" noProof="0" dirty="0"/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5B4A252E-78C9-4F76-98A4-A4B580AD072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171550" y="1152000"/>
            <a:ext cx="3600450" cy="5038725"/>
          </a:xfrm>
        </p:spPr>
        <p:txBody>
          <a:bodyPr rtlCol="0"/>
          <a:lstStyle/>
          <a:p>
            <a:pPr lvl="0" rtl="0"/>
            <a:r>
              <a:rPr lang="ko-KR" altLang="en-US" noProof="0"/>
              <a:t>마스터 텍스트 스타일 편집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  <a:endParaRPr lang="ko-KR" altLang="en-ZA" noProof="0" dirty="0"/>
          </a:p>
        </p:txBody>
      </p:sp>
    </p:spTree>
    <p:extLst>
      <p:ext uri="{BB962C8B-B14F-4D97-AF65-F5344CB8AC3E}">
        <p14:creationId xmlns:p14="http://schemas.microsoft.com/office/powerpoint/2010/main" val="26543880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 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CFF4C50-933F-41F9-AD11-BD02410AA7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0" y="432000"/>
            <a:ext cx="11340000" cy="432000"/>
          </a:xfrm>
        </p:spPr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ZA" noProof="0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1948E38-8FB0-4E51-A01C-C88794372E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2000" y="1152000"/>
            <a:ext cx="2160000" cy="5039250"/>
          </a:xfrm>
        </p:spPr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 rtl="0"/>
            <a:r>
              <a:rPr lang="ko-KR" altLang="en-US" noProof="0"/>
              <a:t>마스터 텍스트 스타일 편집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  <a:endParaRPr lang="ko-KR" altLang="en-ZA" noProof="0" dirty="0"/>
          </a:p>
        </p:txBody>
      </p:sp>
      <p:sp>
        <p:nvSpPr>
          <p:cNvPr id="7" name="바닥글 개체 틀 6">
            <a:extLst>
              <a:ext uri="{FF2B5EF4-FFF2-40B4-BE49-F238E27FC236}">
                <a16:creationId xmlns:a16="http://schemas.microsoft.com/office/drawing/2014/main" id="{19F419B1-164A-4B7A-BBEC-47B6151ECB0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86E99B1E-D08C-46BA-9D27-9ED02F4C9B6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19B51A1E-902D-48AF-9020-955120F399B6}" type="slidenum">
              <a:rPr lang="en-ZA" altLang="ko-KR" noProof="0" smtClean="0"/>
              <a:pPr/>
              <a:t>‹#›</a:t>
            </a:fld>
            <a:endParaRPr lang="ko-KR" altLang="en-US" noProof="0" dirty="0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1F5B3657-F2AE-455A-BF81-1A0C2ACECD2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726412" y="1152525"/>
            <a:ext cx="2160588" cy="5038725"/>
          </a:xfrm>
        </p:spPr>
        <p:txBody>
          <a:bodyPr rtlCol="0"/>
          <a:lstStyle/>
          <a:p>
            <a:pPr lvl="0" rtl="0"/>
            <a:r>
              <a:rPr lang="ko-KR" altLang="en-US" noProof="0"/>
              <a:t>마스터 텍스트 스타일 편집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  <a:endParaRPr lang="ko-KR" altLang="en-ZA" noProof="0" dirty="0"/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6A983D98-E0AB-429A-9EC2-B50D4216D69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021412" y="1152525"/>
            <a:ext cx="2160588" cy="5038725"/>
          </a:xfrm>
        </p:spPr>
        <p:txBody>
          <a:bodyPr rtlCol="0"/>
          <a:lstStyle/>
          <a:p>
            <a:pPr lvl="0" rtl="0"/>
            <a:r>
              <a:rPr lang="ko-KR" altLang="en-US" noProof="0"/>
              <a:t>마스터 텍스트 스타일 편집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  <a:endParaRPr lang="ko-KR" altLang="en-ZA" noProof="0" dirty="0"/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755213BF-EF6D-45DC-A01B-DE6C2F23A6D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7316412" y="1148060"/>
            <a:ext cx="2160588" cy="5038725"/>
          </a:xfrm>
        </p:spPr>
        <p:txBody>
          <a:bodyPr rtlCol="0"/>
          <a:lstStyle/>
          <a:p>
            <a:pPr lvl="0" rtl="0"/>
            <a:r>
              <a:rPr lang="ko-KR" altLang="en-US" noProof="0"/>
              <a:t>마스터 텍스트 스타일 편집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  <a:endParaRPr lang="ko-KR" altLang="en-ZA" noProof="0" dirty="0"/>
          </a:p>
        </p:txBody>
      </p:sp>
      <p:sp>
        <p:nvSpPr>
          <p:cNvPr id="17" name="텍스트 개체 틀 16">
            <a:extLst>
              <a:ext uri="{FF2B5EF4-FFF2-40B4-BE49-F238E27FC236}">
                <a16:creationId xmlns:a16="http://schemas.microsoft.com/office/drawing/2014/main" id="{77D6BBBA-F4A3-45D4-91BC-A405FFDC7C3D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9611412" y="1152525"/>
            <a:ext cx="2160588" cy="5038725"/>
          </a:xfrm>
        </p:spPr>
        <p:txBody>
          <a:bodyPr rtlCol="0"/>
          <a:lstStyle/>
          <a:p>
            <a:pPr lvl="0" rtl="0"/>
            <a:r>
              <a:rPr lang="ko-KR" altLang="en-US" noProof="0"/>
              <a:t>마스터 텍스트 스타일 편집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  <a:endParaRPr lang="ko-KR" altLang="en-ZA" noProof="0" dirty="0"/>
          </a:p>
        </p:txBody>
      </p:sp>
    </p:spTree>
    <p:extLst>
      <p:ext uri="{BB962C8B-B14F-4D97-AF65-F5344CB8AC3E}">
        <p14:creationId xmlns:p14="http://schemas.microsoft.com/office/powerpoint/2010/main" val="9748372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디지털 제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자유형: 도형 23">
            <a:extLst>
              <a:ext uri="{FF2B5EF4-FFF2-40B4-BE49-F238E27FC236}">
                <a16:creationId xmlns:a16="http://schemas.microsoft.com/office/drawing/2014/main" id="{5F6D6B0F-FF8B-4D60-B712-A57904D5502C}"/>
              </a:ext>
            </a:extLst>
          </p:cNvPr>
          <p:cNvSpPr/>
          <p:nvPr userDrawn="1"/>
        </p:nvSpPr>
        <p:spPr>
          <a:xfrm rot="19260823">
            <a:off x="10216425" y="538864"/>
            <a:ext cx="467362" cy="344458"/>
          </a:xfrm>
          <a:custGeom>
            <a:avLst/>
            <a:gdLst>
              <a:gd name="connsiteX0" fmla="*/ 692798 w 692798"/>
              <a:gd name="connsiteY0" fmla="*/ 224339 h 510610"/>
              <a:gd name="connsiteX1" fmla="*/ 308036 w 692798"/>
              <a:gd name="connsiteY1" fmla="*/ 510610 h 510610"/>
              <a:gd name="connsiteX2" fmla="*/ 64876 w 692798"/>
              <a:gd name="connsiteY2" fmla="*/ 168539 h 510610"/>
              <a:gd name="connsiteX3" fmla="*/ 0 w 692798"/>
              <a:gd name="connsiteY3" fmla="*/ 0 h 510610"/>
              <a:gd name="connsiteX4" fmla="*/ 692798 w 692798"/>
              <a:gd name="connsiteY4" fmla="*/ 224339 h 510610"/>
              <a:gd name="connsiteX0" fmla="*/ 692798 w 692798"/>
              <a:gd name="connsiteY0" fmla="*/ 224339 h 510610"/>
              <a:gd name="connsiteX1" fmla="*/ 308036 w 692798"/>
              <a:gd name="connsiteY1" fmla="*/ 510610 h 510610"/>
              <a:gd name="connsiteX2" fmla="*/ 0 w 692798"/>
              <a:gd name="connsiteY2" fmla="*/ 0 h 510610"/>
              <a:gd name="connsiteX3" fmla="*/ 692798 w 692798"/>
              <a:gd name="connsiteY3" fmla="*/ 224339 h 5106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92798" h="510610">
                <a:moveTo>
                  <a:pt x="692798" y="224339"/>
                </a:moveTo>
                <a:lnTo>
                  <a:pt x="308036" y="510610"/>
                </a:lnTo>
                <a:lnTo>
                  <a:pt x="0" y="0"/>
                </a:lnTo>
                <a:lnTo>
                  <a:pt x="692798" y="224339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ZA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5" name="자유형: 도형 24">
            <a:extLst>
              <a:ext uri="{FF2B5EF4-FFF2-40B4-BE49-F238E27FC236}">
                <a16:creationId xmlns:a16="http://schemas.microsoft.com/office/drawing/2014/main" id="{FFF5FB50-33B5-4195-92D6-70891F240926}"/>
              </a:ext>
            </a:extLst>
          </p:cNvPr>
          <p:cNvSpPr/>
          <p:nvPr userDrawn="1"/>
        </p:nvSpPr>
        <p:spPr>
          <a:xfrm rot="20377627">
            <a:off x="10678141" y="849218"/>
            <a:ext cx="316887" cy="233554"/>
          </a:xfrm>
          <a:custGeom>
            <a:avLst/>
            <a:gdLst>
              <a:gd name="connsiteX0" fmla="*/ 692798 w 692798"/>
              <a:gd name="connsiteY0" fmla="*/ 224339 h 510610"/>
              <a:gd name="connsiteX1" fmla="*/ 308036 w 692798"/>
              <a:gd name="connsiteY1" fmla="*/ 510610 h 510610"/>
              <a:gd name="connsiteX2" fmla="*/ 64876 w 692798"/>
              <a:gd name="connsiteY2" fmla="*/ 168539 h 510610"/>
              <a:gd name="connsiteX3" fmla="*/ 0 w 692798"/>
              <a:gd name="connsiteY3" fmla="*/ 0 h 510610"/>
              <a:gd name="connsiteX4" fmla="*/ 692798 w 692798"/>
              <a:gd name="connsiteY4" fmla="*/ 224339 h 510610"/>
              <a:gd name="connsiteX0" fmla="*/ 692798 w 692798"/>
              <a:gd name="connsiteY0" fmla="*/ 224339 h 510610"/>
              <a:gd name="connsiteX1" fmla="*/ 308036 w 692798"/>
              <a:gd name="connsiteY1" fmla="*/ 510610 h 510610"/>
              <a:gd name="connsiteX2" fmla="*/ 0 w 692798"/>
              <a:gd name="connsiteY2" fmla="*/ 0 h 510610"/>
              <a:gd name="connsiteX3" fmla="*/ 692798 w 692798"/>
              <a:gd name="connsiteY3" fmla="*/ 224339 h 5106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92798" h="510610">
                <a:moveTo>
                  <a:pt x="692798" y="224339"/>
                </a:moveTo>
                <a:lnTo>
                  <a:pt x="308036" y="510610"/>
                </a:lnTo>
                <a:lnTo>
                  <a:pt x="0" y="0"/>
                </a:lnTo>
                <a:lnTo>
                  <a:pt x="692798" y="224339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ZA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6" name="자유형: 도형 25">
            <a:extLst>
              <a:ext uri="{FF2B5EF4-FFF2-40B4-BE49-F238E27FC236}">
                <a16:creationId xmlns:a16="http://schemas.microsoft.com/office/drawing/2014/main" id="{EECD958F-56E9-4A3B-9C25-D5970592C848}"/>
              </a:ext>
            </a:extLst>
          </p:cNvPr>
          <p:cNvSpPr/>
          <p:nvPr userDrawn="1"/>
        </p:nvSpPr>
        <p:spPr>
          <a:xfrm rot="19260823">
            <a:off x="10717367" y="620572"/>
            <a:ext cx="250689" cy="184764"/>
          </a:xfrm>
          <a:custGeom>
            <a:avLst/>
            <a:gdLst>
              <a:gd name="connsiteX0" fmla="*/ 692798 w 692798"/>
              <a:gd name="connsiteY0" fmla="*/ 224339 h 510610"/>
              <a:gd name="connsiteX1" fmla="*/ 308036 w 692798"/>
              <a:gd name="connsiteY1" fmla="*/ 510610 h 510610"/>
              <a:gd name="connsiteX2" fmla="*/ 64876 w 692798"/>
              <a:gd name="connsiteY2" fmla="*/ 168539 h 510610"/>
              <a:gd name="connsiteX3" fmla="*/ 0 w 692798"/>
              <a:gd name="connsiteY3" fmla="*/ 0 h 510610"/>
              <a:gd name="connsiteX4" fmla="*/ 692798 w 692798"/>
              <a:gd name="connsiteY4" fmla="*/ 224339 h 510610"/>
              <a:gd name="connsiteX0" fmla="*/ 692798 w 692798"/>
              <a:gd name="connsiteY0" fmla="*/ 224339 h 510610"/>
              <a:gd name="connsiteX1" fmla="*/ 308036 w 692798"/>
              <a:gd name="connsiteY1" fmla="*/ 510610 h 510610"/>
              <a:gd name="connsiteX2" fmla="*/ 0 w 692798"/>
              <a:gd name="connsiteY2" fmla="*/ 0 h 510610"/>
              <a:gd name="connsiteX3" fmla="*/ 692798 w 692798"/>
              <a:gd name="connsiteY3" fmla="*/ 224339 h 5106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92798" h="510610">
                <a:moveTo>
                  <a:pt x="692798" y="224339"/>
                </a:moveTo>
                <a:lnTo>
                  <a:pt x="308036" y="510610"/>
                </a:lnTo>
                <a:lnTo>
                  <a:pt x="0" y="0"/>
                </a:lnTo>
                <a:lnTo>
                  <a:pt x="692798" y="224339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ZA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7" name="자유형: 도형 26">
            <a:extLst>
              <a:ext uri="{FF2B5EF4-FFF2-40B4-BE49-F238E27FC236}">
                <a16:creationId xmlns:a16="http://schemas.microsoft.com/office/drawing/2014/main" id="{72F4FF18-9272-43AF-912E-B1CF8BF148D4}"/>
              </a:ext>
            </a:extLst>
          </p:cNvPr>
          <p:cNvSpPr/>
          <p:nvPr userDrawn="1"/>
        </p:nvSpPr>
        <p:spPr>
          <a:xfrm rot="19810388">
            <a:off x="11064926" y="781602"/>
            <a:ext cx="216995" cy="159931"/>
          </a:xfrm>
          <a:custGeom>
            <a:avLst/>
            <a:gdLst>
              <a:gd name="connsiteX0" fmla="*/ 692798 w 692798"/>
              <a:gd name="connsiteY0" fmla="*/ 224339 h 510610"/>
              <a:gd name="connsiteX1" fmla="*/ 308036 w 692798"/>
              <a:gd name="connsiteY1" fmla="*/ 510610 h 510610"/>
              <a:gd name="connsiteX2" fmla="*/ 64876 w 692798"/>
              <a:gd name="connsiteY2" fmla="*/ 168539 h 510610"/>
              <a:gd name="connsiteX3" fmla="*/ 0 w 692798"/>
              <a:gd name="connsiteY3" fmla="*/ 0 h 510610"/>
              <a:gd name="connsiteX4" fmla="*/ 692798 w 692798"/>
              <a:gd name="connsiteY4" fmla="*/ 224339 h 510610"/>
              <a:gd name="connsiteX0" fmla="*/ 692798 w 692798"/>
              <a:gd name="connsiteY0" fmla="*/ 224339 h 510610"/>
              <a:gd name="connsiteX1" fmla="*/ 308036 w 692798"/>
              <a:gd name="connsiteY1" fmla="*/ 510610 h 510610"/>
              <a:gd name="connsiteX2" fmla="*/ 0 w 692798"/>
              <a:gd name="connsiteY2" fmla="*/ 0 h 510610"/>
              <a:gd name="connsiteX3" fmla="*/ 692798 w 692798"/>
              <a:gd name="connsiteY3" fmla="*/ 224339 h 5106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92798" h="510610">
                <a:moveTo>
                  <a:pt x="692798" y="224339"/>
                </a:moveTo>
                <a:lnTo>
                  <a:pt x="308036" y="510610"/>
                </a:lnTo>
                <a:lnTo>
                  <a:pt x="0" y="0"/>
                </a:lnTo>
                <a:lnTo>
                  <a:pt x="692798" y="224339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ZA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8" name="자유형: 도형 27">
            <a:extLst>
              <a:ext uri="{FF2B5EF4-FFF2-40B4-BE49-F238E27FC236}">
                <a16:creationId xmlns:a16="http://schemas.microsoft.com/office/drawing/2014/main" id="{AE9C7EB4-9E81-4394-8C2C-A54BBD15B51D}"/>
              </a:ext>
            </a:extLst>
          </p:cNvPr>
          <p:cNvSpPr/>
          <p:nvPr userDrawn="1"/>
        </p:nvSpPr>
        <p:spPr>
          <a:xfrm rot="18277851">
            <a:off x="11152527" y="382052"/>
            <a:ext cx="216995" cy="159931"/>
          </a:xfrm>
          <a:custGeom>
            <a:avLst/>
            <a:gdLst>
              <a:gd name="connsiteX0" fmla="*/ 692798 w 692798"/>
              <a:gd name="connsiteY0" fmla="*/ 224339 h 510610"/>
              <a:gd name="connsiteX1" fmla="*/ 308036 w 692798"/>
              <a:gd name="connsiteY1" fmla="*/ 510610 h 510610"/>
              <a:gd name="connsiteX2" fmla="*/ 64876 w 692798"/>
              <a:gd name="connsiteY2" fmla="*/ 168539 h 510610"/>
              <a:gd name="connsiteX3" fmla="*/ 0 w 692798"/>
              <a:gd name="connsiteY3" fmla="*/ 0 h 510610"/>
              <a:gd name="connsiteX4" fmla="*/ 692798 w 692798"/>
              <a:gd name="connsiteY4" fmla="*/ 224339 h 5106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92798" h="510610">
                <a:moveTo>
                  <a:pt x="692798" y="224339"/>
                </a:moveTo>
                <a:lnTo>
                  <a:pt x="308036" y="510610"/>
                </a:lnTo>
                <a:lnTo>
                  <a:pt x="64876" y="168539"/>
                </a:lnTo>
                <a:lnTo>
                  <a:pt x="0" y="0"/>
                </a:lnTo>
                <a:lnTo>
                  <a:pt x="692798" y="224339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ZA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9" name="자유형: 도형 28">
            <a:extLst>
              <a:ext uri="{FF2B5EF4-FFF2-40B4-BE49-F238E27FC236}">
                <a16:creationId xmlns:a16="http://schemas.microsoft.com/office/drawing/2014/main" id="{FE681EC0-A139-4B14-89E8-F237CB63D4C9}"/>
              </a:ext>
            </a:extLst>
          </p:cNvPr>
          <p:cNvSpPr/>
          <p:nvPr userDrawn="1"/>
        </p:nvSpPr>
        <p:spPr>
          <a:xfrm rot="20761418">
            <a:off x="11545452" y="1030689"/>
            <a:ext cx="162256" cy="119587"/>
          </a:xfrm>
          <a:custGeom>
            <a:avLst/>
            <a:gdLst>
              <a:gd name="connsiteX0" fmla="*/ 692798 w 692798"/>
              <a:gd name="connsiteY0" fmla="*/ 224339 h 510610"/>
              <a:gd name="connsiteX1" fmla="*/ 308036 w 692798"/>
              <a:gd name="connsiteY1" fmla="*/ 510610 h 510610"/>
              <a:gd name="connsiteX2" fmla="*/ 64876 w 692798"/>
              <a:gd name="connsiteY2" fmla="*/ 168539 h 510610"/>
              <a:gd name="connsiteX3" fmla="*/ 0 w 692798"/>
              <a:gd name="connsiteY3" fmla="*/ 0 h 510610"/>
              <a:gd name="connsiteX4" fmla="*/ 692798 w 692798"/>
              <a:gd name="connsiteY4" fmla="*/ 224339 h 5106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92798" h="510610">
                <a:moveTo>
                  <a:pt x="692798" y="224339"/>
                </a:moveTo>
                <a:lnTo>
                  <a:pt x="308036" y="510610"/>
                </a:lnTo>
                <a:lnTo>
                  <a:pt x="64876" y="168539"/>
                </a:lnTo>
                <a:lnTo>
                  <a:pt x="0" y="0"/>
                </a:lnTo>
                <a:lnTo>
                  <a:pt x="692798" y="224339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ZA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0" name="자유형: 도형 29">
            <a:extLst>
              <a:ext uri="{FF2B5EF4-FFF2-40B4-BE49-F238E27FC236}">
                <a16:creationId xmlns:a16="http://schemas.microsoft.com/office/drawing/2014/main" id="{87F87648-ABB4-4C97-BB6D-58342407E9DF}"/>
              </a:ext>
            </a:extLst>
          </p:cNvPr>
          <p:cNvSpPr/>
          <p:nvPr userDrawn="1"/>
        </p:nvSpPr>
        <p:spPr>
          <a:xfrm rot="17315293">
            <a:off x="11756248" y="247552"/>
            <a:ext cx="216995" cy="159931"/>
          </a:xfrm>
          <a:custGeom>
            <a:avLst/>
            <a:gdLst>
              <a:gd name="connsiteX0" fmla="*/ 692798 w 692798"/>
              <a:gd name="connsiteY0" fmla="*/ 224339 h 510610"/>
              <a:gd name="connsiteX1" fmla="*/ 308036 w 692798"/>
              <a:gd name="connsiteY1" fmla="*/ 510610 h 510610"/>
              <a:gd name="connsiteX2" fmla="*/ 64876 w 692798"/>
              <a:gd name="connsiteY2" fmla="*/ 168539 h 510610"/>
              <a:gd name="connsiteX3" fmla="*/ 0 w 692798"/>
              <a:gd name="connsiteY3" fmla="*/ 0 h 510610"/>
              <a:gd name="connsiteX4" fmla="*/ 692798 w 692798"/>
              <a:gd name="connsiteY4" fmla="*/ 224339 h 5106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92798" h="510610">
                <a:moveTo>
                  <a:pt x="692798" y="224339"/>
                </a:moveTo>
                <a:lnTo>
                  <a:pt x="308036" y="510610"/>
                </a:lnTo>
                <a:lnTo>
                  <a:pt x="64876" y="168539"/>
                </a:lnTo>
                <a:lnTo>
                  <a:pt x="0" y="0"/>
                </a:lnTo>
                <a:lnTo>
                  <a:pt x="692798" y="224339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ZA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1" name="자유형: 도형 30">
            <a:extLst>
              <a:ext uri="{FF2B5EF4-FFF2-40B4-BE49-F238E27FC236}">
                <a16:creationId xmlns:a16="http://schemas.microsoft.com/office/drawing/2014/main" id="{0802EFEB-F4DF-4501-91AA-173B60EBBBAA}"/>
              </a:ext>
            </a:extLst>
          </p:cNvPr>
          <p:cNvSpPr/>
          <p:nvPr userDrawn="1"/>
        </p:nvSpPr>
        <p:spPr>
          <a:xfrm rot="20082236">
            <a:off x="11448108" y="631127"/>
            <a:ext cx="216995" cy="159931"/>
          </a:xfrm>
          <a:custGeom>
            <a:avLst/>
            <a:gdLst>
              <a:gd name="connsiteX0" fmla="*/ 692798 w 692798"/>
              <a:gd name="connsiteY0" fmla="*/ 224339 h 510610"/>
              <a:gd name="connsiteX1" fmla="*/ 308036 w 692798"/>
              <a:gd name="connsiteY1" fmla="*/ 510610 h 510610"/>
              <a:gd name="connsiteX2" fmla="*/ 64876 w 692798"/>
              <a:gd name="connsiteY2" fmla="*/ 168539 h 510610"/>
              <a:gd name="connsiteX3" fmla="*/ 0 w 692798"/>
              <a:gd name="connsiteY3" fmla="*/ 0 h 510610"/>
              <a:gd name="connsiteX4" fmla="*/ 692798 w 692798"/>
              <a:gd name="connsiteY4" fmla="*/ 224339 h 510610"/>
              <a:gd name="connsiteX0" fmla="*/ 692798 w 692798"/>
              <a:gd name="connsiteY0" fmla="*/ 224339 h 510610"/>
              <a:gd name="connsiteX1" fmla="*/ 308036 w 692798"/>
              <a:gd name="connsiteY1" fmla="*/ 510610 h 510610"/>
              <a:gd name="connsiteX2" fmla="*/ 0 w 692798"/>
              <a:gd name="connsiteY2" fmla="*/ 0 h 510610"/>
              <a:gd name="connsiteX3" fmla="*/ 692798 w 692798"/>
              <a:gd name="connsiteY3" fmla="*/ 224339 h 5106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92798" h="510610">
                <a:moveTo>
                  <a:pt x="692798" y="224339"/>
                </a:moveTo>
                <a:lnTo>
                  <a:pt x="308036" y="510610"/>
                </a:lnTo>
                <a:lnTo>
                  <a:pt x="0" y="0"/>
                </a:lnTo>
                <a:lnTo>
                  <a:pt x="692798" y="224339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ZA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2" name="자유형: 도형 31">
            <a:extLst>
              <a:ext uri="{FF2B5EF4-FFF2-40B4-BE49-F238E27FC236}">
                <a16:creationId xmlns:a16="http://schemas.microsoft.com/office/drawing/2014/main" id="{109FE51D-8E02-4ED7-862B-5CF838F7F77F}"/>
              </a:ext>
            </a:extLst>
          </p:cNvPr>
          <p:cNvSpPr/>
          <p:nvPr userDrawn="1"/>
        </p:nvSpPr>
        <p:spPr>
          <a:xfrm rot="19879732">
            <a:off x="11668879" y="824433"/>
            <a:ext cx="216995" cy="159931"/>
          </a:xfrm>
          <a:custGeom>
            <a:avLst/>
            <a:gdLst>
              <a:gd name="connsiteX0" fmla="*/ 692798 w 692798"/>
              <a:gd name="connsiteY0" fmla="*/ 224339 h 510610"/>
              <a:gd name="connsiteX1" fmla="*/ 308036 w 692798"/>
              <a:gd name="connsiteY1" fmla="*/ 510610 h 510610"/>
              <a:gd name="connsiteX2" fmla="*/ 64876 w 692798"/>
              <a:gd name="connsiteY2" fmla="*/ 168539 h 510610"/>
              <a:gd name="connsiteX3" fmla="*/ 0 w 692798"/>
              <a:gd name="connsiteY3" fmla="*/ 0 h 510610"/>
              <a:gd name="connsiteX4" fmla="*/ 692798 w 692798"/>
              <a:gd name="connsiteY4" fmla="*/ 224339 h 5106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92798" h="510610">
                <a:moveTo>
                  <a:pt x="692798" y="224339"/>
                </a:moveTo>
                <a:lnTo>
                  <a:pt x="308036" y="510610"/>
                </a:lnTo>
                <a:lnTo>
                  <a:pt x="64876" y="168539"/>
                </a:lnTo>
                <a:lnTo>
                  <a:pt x="0" y="0"/>
                </a:lnTo>
                <a:lnTo>
                  <a:pt x="692798" y="224339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ZA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3" name="자유형: 도형 32">
            <a:extLst>
              <a:ext uri="{FF2B5EF4-FFF2-40B4-BE49-F238E27FC236}">
                <a16:creationId xmlns:a16="http://schemas.microsoft.com/office/drawing/2014/main" id="{4ECB9E40-5923-4571-9C8E-D7412C1283B2}"/>
              </a:ext>
            </a:extLst>
          </p:cNvPr>
          <p:cNvSpPr/>
          <p:nvPr userDrawn="1"/>
        </p:nvSpPr>
        <p:spPr>
          <a:xfrm rot="328041">
            <a:off x="10094502" y="901548"/>
            <a:ext cx="579699" cy="606799"/>
          </a:xfrm>
          <a:custGeom>
            <a:avLst/>
            <a:gdLst>
              <a:gd name="connsiteX0" fmla="*/ 692798 w 692798"/>
              <a:gd name="connsiteY0" fmla="*/ 224339 h 510610"/>
              <a:gd name="connsiteX1" fmla="*/ 308036 w 692798"/>
              <a:gd name="connsiteY1" fmla="*/ 510610 h 510610"/>
              <a:gd name="connsiteX2" fmla="*/ 64876 w 692798"/>
              <a:gd name="connsiteY2" fmla="*/ 168539 h 510610"/>
              <a:gd name="connsiteX3" fmla="*/ 0 w 692798"/>
              <a:gd name="connsiteY3" fmla="*/ 0 h 510610"/>
              <a:gd name="connsiteX4" fmla="*/ 692798 w 692798"/>
              <a:gd name="connsiteY4" fmla="*/ 224339 h 510610"/>
              <a:gd name="connsiteX0" fmla="*/ 692798 w 692798"/>
              <a:gd name="connsiteY0" fmla="*/ 224339 h 510610"/>
              <a:gd name="connsiteX1" fmla="*/ 308036 w 692798"/>
              <a:gd name="connsiteY1" fmla="*/ 510610 h 510610"/>
              <a:gd name="connsiteX2" fmla="*/ 0 w 692798"/>
              <a:gd name="connsiteY2" fmla="*/ 0 h 510610"/>
              <a:gd name="connsiteX3" fmla="*/ 692798 w 692798"/>
              <a:gd name="connsiteY3" fmla="*/ 224339 h 510610"/>
              <a:gd name="connsiteX0" fmla="*/ 487806 w 487806"/>
              <a:gd name="connsiteY0" fmla="*/ 171848 h 510610"/>
              <a:gd name="connsiteX1" fmla="*/ 308036 w 487806"/>
              <a:gd name="connsiteY1" fmla="*/ 510610 h 510610"/>
              <a:gd name="connsiteX2" fmla="*/ 0 w 487806"/>
              <a:gd name="connsiteY2" fmla="*/ 0 h 510610"/>
              <a:gd name="connsiteX3" fmla="*/ 487806 w 487806"/>
              <a:gd name="connsiteY3" fmla="*/ 171848 h 5106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87806" h="510610">
                <a:moveTo>
                  <a:pt x="487806" y="171848"/>
                </a:moveTo>
                <a:lnTo>
                  <a:pt x="308036" y="510610"/>
                </a:lnTo>
                <a:lnTo>
                  <a:pt x="0" y="0"/>
                </a:lnTo>
                <a:lnTo>
                  <a:pt x="487806" y="171848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ZA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4" name="자유형: 도형 33">
            <a:extLst>
              <a:ext uri="{FF2B5EF4-FFF2-40B4-BE49-F238E27FC236}">
                <a16:creationId xmlns:a16="http://schemas.microsoft.com/office/drawing/2014/main" id="{E46052C9-826B-47AC-9F6B-3078D4F43748}"/>
              </a:ext>
            </a:extLst>
          </p:cNvPr>
          <p:cNvSpPr/>
          <p:nvPr userDrawn="1"/>
        </p:nvSpPr>
        <p:spPr>
          <a:xfrm>
            <a:off x="10871770" y="1202556"/>
            <a:ext cx="316887" cy="233554"/>
          </a:xfrm>
          <a:custGeom>
            <a:avLst/>
            <a:gdLst>
              <a:gd name="connsiteX0" fmla="*/ 692798 w 692798"/>
              <a:gd name="connsiteY0" fmla="*/ 224339 h 510610"/>
              <a:gd name="connsiteX1" fmla="*/ 308036 w 692798"/>
              <a:gd name="connsiteY1" fmla="*/ 510610 h 510610"/>
              <a:gd name="connsiteX2" fmla="*/ 64876 w 692798"/>
              <a:gd name="connsiteY2" fmla="*/ 168539 h 510610"/>
              <a:gd name="connsiteX3" fmla="*/ 0 w 692798"/>
              <a:gd name="connsiteY3" fmla="*/ 0 h 510610"/>
              <a:gd name="connsiteX4" fmla="*/ 692798 w 692798"/>
              <a:gd name="connsiteY4" fmla="*/ 224339 h 510610"/>
              <a:gd name="connsiteX0" fmla="*/ 692798 w 692798"/>
              <a:gd name="connsiteY0" fmla="*/ 224339 h 510610"/>
              <a:gd name="connsiteX1" fmla="*/ 308036 w 692798"/>
              <a:gd name="connsiteY1" fmla="*/ 510610 h 510610"/>
              <a:gd name="connsiteX2" fmla="*/ 0 w 692798"/>
              <a:gd name="connsiteY2" fmla="*/ 0 h 510610"/>
              <a:gd name="connsiteX3" fmla="*/ 692798 w 692798"/>
              <a:gd name="connsiteY3" fmla="*/ 224339 h 5106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92798" h="510610">
                <a:moveTo>
                  <a:pt x="692798" y="224339"/>
                </a:moveTo>
                <a:lnTo>
                  <a:pt x="308036" y="510610"/>
                </a:lnTo>
                <a:lnTo>
                  <a:pt x="0" y="0"/>
                </a:lnTo>
                <a:lnTo>
                  <a:pt x="692798" y="224339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ZA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5" name="자유형: 도형 34">
            <a:extLst>
              <a:ext uri="{FF2B5EF4-FFF2-40B4-BE49-F238E27FC236}">
                <a16:creationId xmlns:a16="http://schemas.microsoft.com/office/drawing/2014/main" id="{0C3867F5-4C6F-48BE-9DFF-9046D1FE6771}"/>
              </a:ext>
            </a:extLst>
          </p:cNvPr>
          <p:cNvSpPr/>
          <p:nvPr userDrawn="1"/>
        </p:nvSpPr>
        <p:spPr>
          <a:xfrm rot="20761418">
            <a:off x="11512604" y="1484835"/>
            <a:ext cx="162256" cy="119587"/>
          </a:xfrm>
          <a:custGeom>
            <a:avLst/>
            <a:gdLst>
              <a:gd name="connsiteX0" fmla="*/ 692798 w 692798"/>
              <a:gd name="connsiteY0" fmla="*/ 224339 h 510610"/>
              <a:gd name="connsiteX1" fmla="*/ 308036 w 692798"/>
              <a:gd name="connsiteY1" fmla="*/ 510610 h 510610"/>
              <a:gd name="connsiteX2" fmla="*/ 64876 w 692798"/>
              <a:gd name="connsiteY2" fmla="*/ 168539 h 510610"/>
              <a:gd name="connsiteX3" fmla="*/ 0 w 692798"/>
              <a:gd name="connsiteY3" fmla="*/ 0 h 510610"/>
              <a:gd name="connsiteX4" fmla="*/ 692798 w 692798"/>
              <a:gd name="connsiteY4" fmla="*/ 224339 h 5106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92798" h="510610">
                <a:moveTo>
                  <a:pt x="692798" y="224339"/>
                </a:moveTo>
                <a:lnTo>
                  <a:pt x="308036" y="510610"/>
                </a:lnTo>
                <a:lnTo>
                  <a:pt x="64876" y="168539"/>
                </a:lnTo>
                <a:lnTo>
                  <a:pt x="0" y="0"/>
                </a:lnTo>
                <a:lnTo>
                  <a:pt x="692798" y="224339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ZA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6" name="자유형: 도형 35">
            <a:extLst>
              <a:ext uri="{FF2B5EF4-FFF2-40B4-BE49-F238E27FC236}">
                <a16:creationId xmlns:a16="http://schemas.microsoft.com/office/drawing/2014/main" id="{7B0CB40F-9E6F-457D-9C1F-9769BC3AE13E}"/>
              </a:ext>
            </a:extLst>
          </p:cNvPr>
          <p:cNvSpPr/>
          <p:nvPr userDrawn="1"/>
        </p:nvSpPr>
        <p:spPr>
          <a:xfrm rot="1160487">
            <a:off x="10291662" y="1614015"/>
            <a:ext cx="316887" cy="233554"/>
          </a:xfrm>
          <a:custGeom>
            <a:avLst/>
            <a:gdLst>
              <a:gd name="connsiteX0" fmla="*/ 692798 w 692798"/>
              <a:gd name="connsiteY0" fmla="*/ 224339 h 510610"/>
              <a:gd name="connsiteX1" fmla="*/ 308036 w 692798"/>
              <a:gd name="connsiteY1" fmla="*/ 510610 h 510610"/>
              <a:gd name="connsiteX2" fmla="*/ 64876 w 692798"/>
              <a:gd name="connsiteY2" fmla="*/ 168539 h 510610"/>
              <a:gd name="connsiteX3" fmla="*/ 0 w 692798"/>
              <a:gd name="connsiteY3" fmla="*/ 0 h 510610"/>
              <a:gd name="connsiteX4" fmla="*/ 692798 w 692798"/>
              <a:gd name="connsiteY4" fmla="*/ 224339 h 510610"/>
              <a:gd name="connsiteX0" fmla="*/ 692798 w 692798"/>
              <a:gd name="connsiteY0" fmla="*/ 224339 h 510610"/>
              <a:gd name="connsiteX1" fmla="*/ 308036 w 692798"/>
              <a:gd name="connsiteY1" fmla="*/ 510610 h 510610"/>
              <a:gd name="connsiteX2" fmla="*/ 0 w 692798"/>
              <a:gd name="connsiteY2" fmla="*/ 0 h 510610"/>
              <a:gd name="connsiteX3" fmla="*/ 692798 w 692798"/>
              <a:gd name="connsiteY3" fmla="*/ 224339 h 5106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92798" h="510610">
                <a:moveTo>
                  <a:pt x="692798" y="224339"/>
                </a:moveTo>
                <a:lnTo>
                  <a:pt x="308036" y="510610"/>
                </a:lnTo>
                <a:lnTo>
                  <a:pt x="0" y="0"/>
                </a:lnTo>
                <a:lnTo>
                  <a:pt x="692798" y="224339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ZA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7" name="자유형: 도형 36">
            <a:extLst>
              <a:ext uri="{FF2B5EF4-FFF2-40B4-BE49-F238E27FC236}">
                <a16:creationId xmlns:a16="http://schemas.microsoft.com/office/drawing/2014/main" id="{0FCD03E7-2128-4C04-A914-409506646A76}"/>
              </a:ext>
            </a:extLst>
          </p:cNvPr>
          <p:cNvSpPr/>
          <p:nvPr userDrawn="1"/>
        </p:nvSpPr>
        <p:spPr>
          <a:xfrm rot="803026">
            <a:off x="11586107" y="2015428"/>
            <a:ext cx="162256" cy="119587"/>
          </a:xfrm>
          <a:custGeom>
            <a:avLst/>
            <a:gdLst>
              <a:gd name="connsiteX0" fmla="*/ 692798 w 692798"/>
              <a:gd name="connsiteY0" fmla="*/ 224339 h 510610"/>
              <a:gd name="connsiteX1" fmla="*/ 308036 w 692798"/>
              <a:gd name="connsiteY1" fmla="*/ 510610 h 510610"/>
              <a:gd name="connsiteX2" fmla="*/ 64876 w 692798"/>
              <a:gd name="connsiteY2" fmla="*/ 168539 h 510610"/>
              <a:gd name="connsiteX3" fmla="*/ 0 w 692798"/>
              <a:gd name="connsiteY3" fmla="*/ 0 h 510610"/>
              <a:gd name="connsiteX4" fmla="*/ 692798 w 692798"/>
              <a:gd name="connsiteY4" fmla="*/ 224339 h 5106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92798" h="510610">
                <a:moveTo>
                  <a:pt x="692798" y="224339"/>
                </a:moveTo>
                <a:lnTo>
                  <a:pt x="308036" y="510610"/>
                </a:lnTo>
                <a:lnTo>
                  <a:pt x="64876" y="168539"/>
                </a:lnTo>
                <a:lnTo>
                  <a:pt x="0" y="0"/>
                </a:lnTo>
                <a:lnTo>
                  <a:pt x="692798" y="224339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ZA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grpSp>
        <p:nvGrpSpPr>
          <p:cNvPr id="43" name="그룹 42">
            <a:extLst>
              <a:ext uri="{FF2B5EF4-FFF2-40B4-BE49-F238E27FC236}">
                <a16:creationId xmlns:a16="http://schemas.microsoft.com/office/drawing/2014/main" id="{0725BC56-C7B6-400F-80F9-3F968E2CAE0E}"/>
              </a:ext>
            </a:extLst>
          </p:cNvPr>
          <p:cNvGrpSpPr/>
          <p:nvPr userDrawn="1"/>
        </p:nvGrpSpPr>
        <p:grpSpPr>
          <a:xfrm>
            <a:off x="3383603" y="1013721"/>
            <a:ext cx="7749965" cy="5100743"/>
            <a:chOff x="510812" y="938373"/>
            <a:chExt cx="8073393" cy="5313612"/>
          </a:xfrm>
        </p:grpSpPr>
        <p:sp>
          <p:nvSpPr>
            <p:cNvPr id="44" name="모서리가 둥근 직사각형 15">
              <a:extLst>
                <a:ext uri="{FF2B5EF4-FFF2-40B4-BE49-F238E27FC236}">
                  <a16:creationId xmlns:a16="http://schemas.microsoft.com/office/drawing/2014/main" id="{1EC806EC-A1B2-4893-9504-1D7FFE8E238F}"/>
                </a:ext>
              </a:extLst>
            </p:cNvPr>
            <p:cNvSpPr/>
            <p:nvPr/>
          </p:nvSpPr>
          <p:spPr>
            <a:xfrm>
              <a:off x="877709" y="938373"/>
              <a:ext cx="7339600" cy="5234482"/>
            </a:xfrm>
            <a:prstGeom prst="round2SameRect">
              <a:avLst>
                <a:gd name="adj1" fmla="val 5601"/>
                <a:gd name="adj2" fmla="val 0"/>
              </a:avLst>
            </a:prstGeom>
            <a:solidFill>
              <a:schemeClr val="bg1">
                <a:lumMod val="85000"/>
              </a:schemeClr>
            </a:solidFill>
            <a:ln w="3175">
              <a:noFill/>
            </a:ln>
            <a:scene3d>
              <a:camera prst="isometricLeftDown">
                <a:rot lat="0" lon="0" rev="0"/>
              </a:camera>
              <a:lightRig rig="threePt" dir="t"/>
            </a:scene3d>
            <a:sp3d extrusionH="63500">
              <a:bevelT w="0" h="0"/>
              <a:bevelB w="0" h="4445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 rtl="0"/>
              <a:endParaRPr lang="ko-KR" altLang="en-ZA" noProof="0" dirty="0"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45" name="모서리가 둥근 직사각형 15">
              <a:extLst>
                <a:ext uri="{FF2B5EF4-FFF2-40B4-BE49-F238E27FC236}">
                  <a16:creationId xmlns:a16="http://schemas.microsoft.com/office/drawing/2014/main" id="{535A1B12-6F16-41A0-A6B1-4AD0CCB5A081}"/>
                </a:ext>
              </a:extLst>
            </p:cNvPr>
            <p:cNvSpPr/>
            <p:nvPr/>
          </p:nvSpPr>
          <p:spPr>
            <a:xfrm>
              <a:off x="930758" y="995668"/>
              <a:ext cx="7233502" cy="5177187"/>
            </a:xfrm>
            <a:prstGeom prst="round2SameRect">
              <a:avLst>
                <a:gd name="adj1" fmla="val 4499"/>
                <a:gd name="adj2" fmla="val 0"/>
              </a:avLst>
            </a:prstGeom>
            <a:solidFill>
              <a:schemeClr val="bg1"/>
            </a:solidFill>
            <a:ln w="3175">
              <a:solidFill>
                <a:schemeClr val="accent1"/>
              </a:solidFill>
            </a:ln>
            <a:scene3d>
              <a:camera prst="isometricLeftDown">
                <a:rot lat="0" lon="0" rev="0"/>
              </a:camera>
              <a:lightRig rig="threePt" dir="t"/>
            </a:scene3d>
            <a:sp3d extrusionH="63500">
              <a:bevelT w="0" h="0"/>
              <a:bevelB w="0" h="4445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ko-KR" altLang="en-ZA" noProof="0" dirty="0"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46" name="직사각형: 둥근 모서리 45">
              <a:extLst>
                <a:ext uri="{FF2B5EF4-FFF2-40B4-BE49-F238E27FC236}">
                  <a16:creationId xmlns:a16="http://schemas.microsoft.com/office/drawing/2014/main" id="{379B244F-CF81-4500-A78E-495ABA6828BA}"/>
                </a:ext>
              </a:extLst>
            </p:cNvPr>
            <p:cNvSpPr/>
            <p:nvPr/>
          </p:nvSpPr>
          <p:spPr>
            <a:xfrm rot="16200000">
              <a:off x="2264894" y="295974"/>
              <a:ext cx="4565229" cy="6599909"/>
            </a:xfrm>
            <a:prstGeom prst="roundRect">
              <a:avLst>
                <a:gd name="adj" fmla="val 1476"/>
              </a:avLst>
            </a:prstGeom>
            <a:solidFill>
              <a:schemeClr val="bg1"/>
            </a:solidFill>
            <a:ln w="3175"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ko-KR" altLang="en-ZA" noProof="0" dirty="0"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47" name="모서리가 둥근 직사각형 15">
              <a:extLst>
                <a:ext uri="{FF2B5EF4-FFF2-40B4-BE49-F238E27FC236}">
                  <a16:creationId xmlns:a16="http://schemas.microsoft.com/office/drawing/2014/main" id="{EE88F157-E260-486F-937E-C18428699861}"/>
                </a:ext>
              </a:extLst>
            </p:cNvPr>
            <p:cNvSpPr/>
            <p:nvPr/>
          </p:nvSpPr>
          <p:spPr>
            <a:xfrm rot="10800000">
              <a:off x="510812" y="5998253"/>
              <a:ext cx="8073393" cy="248975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chemeClr val="bg1"/>
            </a:solidFill>
            <a:ln w="3175">
              <a:solidFill>
                <a:schemeClr val="accent1"/>
              </a:solidFill>
            </a:ln>
            <a:scene3d>
              <a:camera prst="isometricLeftDown">
                <a:rot lat="0" lon="0" rev="0"/>
              </a:camera>
              <a:lightRig rig="threePt" dir="t"/>
            </a:scene3d>
            <a:sp3d extrusionH="63500">
              <a:bevelT w="0" h="0"/>
              <a:bevelB w="0" h="4445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ko-KR" altLang="en-ZA" noProof="0" dirty="0"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48" name="모서리가 둥근 직사각형 15">
              <a:extLst>
                <a:ext uri="{FF2B5EF4-FFF2-40B4-BE49-F238E27FC236}">
                  <a16:creationId xmlns:a16="http://schemas.microsoft.com/office/drawing/2014/main" id="{F736AFAF-44AD-47CE-A63B-210102A4BF0B}"/>
                </a:ext>
              </a:extLst>
            </p:cNvPr>
            <p:cNvSpPr/>
            <p:nvPr userDrawn="1"/>
          </p:nvSpPr>
          <p:spPr>
            <a:xfrm>
              <a:off x="3668019" y="6206338"/>
              <a:ext cx="1758981" cy="45647"/>
            </a:xfrm>
            <a:prstGeom prst="round2SameRect">
              <a:avLst>
                <a:gd name="adj1" fmla="val 50000"/>
                <a:gd name="adj2" fmla="val 0"/>
              </a:avLst>
            </a:prstGeom>
            <a:gradFill>
              <a:gsLst>
                <a:gs pos="0">
                  <a:schemeClr val="tx1">
                    <a:alpha val="0"/>
                  </a:schemeClr>
                </a:gs>
                <a:gs pos="100000">
                  <a:schemeClr val="tx1">
                    <a:alpha val="31000"/>
                  </a:schemeClr>
                </a:gs>
              </a:gsLst>
              <a:lin ang="16200000" scaled="0"/>
            </a:gradFill>
            <a:ln w="3175">
              <a:noFill/>
            </a:ln>
            <a:scene3d>
              <a:camera prst="isometricLeftDown">
                <a:rot lat="0" lon="0" rev="0"/>
              </a:camera>
              <a:lightRig rig="threePt" dir="t"/>
            </a:scene3d>
            <a:sp3d extrusionH="63500">
              <a:bevelT w="0" h="0"/>
              <a:bevelB w="0" h="4445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 rtl="0"/>
              <a:endParaRPr lang="ko-KR" altLang="en-ZA" noProof="0" dirty="0"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49" name="타원 48">
              <a:extLst>
                <a:ext uri="{FF2B5EF4-FFF2-40B4-BE49-F238E27FC236}">
                  <a16:creationId xmlns:a16="http://schemas.microsoft.com/office/drawing/2014/main" id="{A4F6457E-3660-4E80-82BC-8894D701DEE9}"/>
                </a:ext>
              </a:extLst>
            </p:cNvPr>
            <p:cNvSpPr/>
            <p:nvPr/>
          </p:nvSpPr>
          <p:spPr>
            <a:xfrm rot="16200000">
              <a:off x="4660498" y="1119143"/>
              <a:ext cx="48680" cy="48680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 w="0">
              <a:noFill/>
            </a:ln>
            <a:scene3d>
              <a:camera prst="isometricLeftDown">
                <a:rot lat="0" lon="0" rev="0"/>
              </a:camera>
              <a:lightRig rig="threePt" dir="t"/>
            </a:scene3d>
            <a:sp3d extrusionH="63500">
              <a:bevelT w="0" h="0"/>
              <a:bevelB w="0" h="4445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 rtl="0"/>
              <a:endParaRPr lang="ko-KR" altLang="en-ZA" noProof="0" dirty="0"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50" name="타원 49">
              <a:extLst>
                <a:ext uri="{FF2B5EF4-FFF2-40B4-BE49-F238E27FC236}">
                  <a16:creationId xmlns:a16="http://schemas.microsoft.com/office/drawing/2014/main" id="{88230416-7E55-4CB0-9548-491BA471E9E8}"/>
                </a:ext>
              </a:extLst>
            </p:cNvPr>
            <p:cNvSpPr/>
            <p:nvPr/>
          </p:nvSpPr>
          <p:spPr>
            <a:xfrm rot="16200000">
              <a:off x="4505961" y="1106017"/>
              <a:ext cx="83096" cy="83096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 w="3175">
              <a:noFill/>
            </a:ln>
            <a:scene3d>
              <a:camera prst="isometricLeftDown">
                <a:rot lat="0" lon="0" rev="0"/>
              </a:camera>
              <a:lightRig rig="threePt" dir="t"/>
            </a:scene3d>
            <a:sp3d extrusionH="63500">
              <a:bevelT w="0" h="0"/>
              <a:bevelB w="0" h="4445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 rtl="0"/>
              <a:endParaRPr lang="ko-KR" altLang="en-ZA" noProof="0" dirty="0"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51" name="타원 50">
              <a:extLst>
                <a:ext uri="{FF2B5EF4-FFF2-40B4-BE49-F238E27FC236}">
                  <a16:creationId xmlns:a16="http://schemas.microsoft.com/office/drawing/2014/main" id="{FE3C1810-AD4F-4393-928E-CFA8053A2CC2}"/>
                </a:ext>
              </a:extLst>
            </p:cNvPr>
            <p:cNvSpPr/>
            <p:nvPr/>
          </p:nvSpPr>
          <p:spPr>
            <a:xfrm rot="16200000">
              <a:off x="4524686" y="1124741"/>
              <a:ext cx="45647" cy="4564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 w="3175">
              <a:noFill/>
            </a:ln>
            <a:scene3d>
              <a:camera prst="isometricLeftDown">
                <a:rot lat="0" lon="0" rev="0"/>
              </a:camera>
              <a:lightRig rig="threePt" dir="t"/>
            </a:scene3d>
            <a:sp3d extrusionH="63500">
              <a:bevelT w="0" h="0"/>
              <a:bevelB w="0" h="4445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 rtl="0"/>
              <a:endParaRPr lang="ko-KR" altLang="en-ZA" noProof="0" dirty="0"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1948E38-8FB0-4E51-A01C-C88794372E50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32000" y="1152000"/>
            <a:ext cx="2951603" cy="2196235"/>
          </a:xfrm>
        </p:spPr>
        <p:txBody>
          <a:bodyPr rtlCol="0" anchor="b"/>
          <a:lstStyle>
            <a:lvl1pPr marL="0" indent="0">
              <a:buNone/>
              <a:defRPr sz="28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266700" indent="0"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542925" indent="0"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809625" indent="0"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1076325" indent="0"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 rtl="0"/>
            <a:r>
              <a:rPr lang="ko-KR" altLang="en-US" noProof="0" dirty="0"/>
              <a:t>여기에 강조 표시된 텍스트 삽입</a:t>
            </a:r>
            <a:endParaRPr lang="ko-KR" altLang="en-ZA" noProof="0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CFF4C50-933F-41F9-AD11-BD02410AA7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ZA" noProof="0" dirty="0"/>
          </a:p>
        </p:txBody>
      </p:sp>
      <p:sp>
        <p:nvSpPr>
          <p:cNvPr id="7" name="바닥글 개체 틀 6">
            <a:extLst>
              <a:ext uri="{FF2B5EF4-FFF2-40B4-BE49-F238E27FC236}">
                <a16:creationId xmlns:a16="http://schemas.microsoft.com/office/drawing/2014/main" id="{19F419B1-164A-4B7A-BBEC-47B6151ECB0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/>
              <a:t>바닥글 추가</a:t>
            </a:r>
            <a:endParaRPr lang="ko-KR" altLang="en-US" dirty="0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86E99B1E-D08C-46BA-9D27-9ED02F4C9B6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19B51A1E-902D-48AF-9020-955120F399B6}" type="slidenum">
              <a:rPr lang="en-ZA" altLang="ko-KR" smtClean="0"/>
              <a:pPr/>
              <a:t>‹#›</a:t>
            </a:fld>
            <a:endParaRPr lang="ko-KR" altLang="en-US" dirty="0"/>
          </a:p>
        </p:txBody>
      </p:sp>
      <p:sp>
        <p:nvSpPr>
          <p:cNvPr id="5" name="그림 개체 틀 4">
            <a:extLst>
              <a:ext uri="{FF2B5EF4-FFF2-40B4-BE49-F238E27FC236}">
                <a16:creationId xmlns:a16="http://schemas.microsoft.com/office/drawing/2014/main" id="{8C1EA41E-F6C4-484F-95E9-42978FF21625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4092796" y="1376357"/>
            <a:ext cx="6333545" cy="4379625"/>
          </a:xfrm>
          <a:prstGeom prst="roundRect">
            <a:avLst>
              <a:gd name="adj" fmla="val 1356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rtlCol="0" anchor="ctr"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100" i="1"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ko-KR" altLang="en-US" noProof="0" dirty="0"/>
              <a:t>여기에 이미지 삽입 또는 끌어서 놓기</a:t>
            </a:r>
          </a:p>
        </p:txBody>
      </p:sp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35FD3B7C-17C6-4327-986C-A8A6D6EC1B5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31800" y="3509766"/>
            <a:ext cx="2951163" cy="2322709"/>
          </a:xfrm>
        </p:spPr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lvl="0" rtl="0"/>
            <a:r>
              <a:rPr lang="ko-KR" altLang="en-US" noProof="0"/>
              <a:t>마스터 텍스트 스타일 편집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  <a:endParaRPr lang="ko-KR" altLang="en-ZA" noProof="0" dirty="0"/>
          </a:p>
        </p:txBody>
      </p:sp>
    </p:spTree>
    <p:extLst>
      <p:ext uri="{BB962C8B-B14F-4D97-AF65-F5344CB8AC3E}">
        <p14:creationId xmlns:p14="http://schemas.microsoft.com/office/powerpoint/2010/main" val="33362864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큰 번호 옵션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자유형: 도형 17">
            <a:extLst>
              <a:ext uri="{FF2B5EF4-FFF2-40B4-BE49-F238E27FC236}">
                <a16:creationId xmlns:a16="http://schemas.microsoft.com/office/drawing/2014/main" id="{730F7266-25A0-4B3A-A8CE-F083ECC9D4C6}"/>
              </a:ext>
            </a:extLst>
          </p:cNvPr>
          <p:cNvSpPr/>
          <p:nvPr userDrawn="1"/>
        </p:nvSpPr>
        <p:spPr>
          <a:xfrm>
            <a:off x="0" y="2539992"/>
            <a:ext cx="5373076" cy="4318008"/>
          </a:xfrm>
          <a:custGeom>
            <a:avLst/>
            <a:gdLst>
              <a:gd name="connsiteX0" fmla="*/ 4972877 w 5373076"/>
              <a:gd name="connsiteY0" fmla="*/ 1816430 h 4318008"/>
              <a:gd name="connsiteX1" fmla="*/ 5211912 w 5373076"/>
              <a:gd name="connsiteY1" fmla="*/ 2046590 h 4318008"/>
              <a:gd name="connsiteX2" fmla="*/ 4866804 w 5373076"/>
              <a:gd name="connsiteY2" fmla="*/ 2013272 h 4318008"/>
              <a:gd name="connsiteX3" fmla="*/ 3721849 w 5373076"/>
              <a:gd name="connsiteY3" fmla="*/ 1808102 h 4318008"/>
              <a:gd name="connsiteX4" fmla="*/ 3854624 w 5373076"/>
              <a:gd name="connsiteY4" fmla="*/ 2524110 h 4318008"/>
              <a:gd name="connsiteX5" fmla="*/ 3419634 w 5373076"/>
              <a:gd name="connsiteY5" fmla="*/ 2322178 h 4318008"/>
              <a:gd name="connsiteX6" fmla="*/ 3604566 w 5373076"/>
              <a:gd name="connsiteY6" fmla="*/ 1945430 h 4318008"/>
              <a:gd name="connsiteX7" fmla="*/ 2301472 w 5373076"/>
              <a:gd name="connsiteY7" fmla="*/ 1771765 h 4318008"/>
              <a:gd name="connsiteX8" fmla="*/ 3237442 w 5373076"/>
              <a:gd name="connsiteY8" fmla="*/ 2134997 h 4318008"/>
              <a:gd name="connsiteX9" fmla="*/ 3266331 w 5373076"/>
              <a:gd name="connsiteY9" fmla="*/ 2949530 h 4318008"/>
              <a:gd name="connsiteX10" fmla="*/ 1897852 w 5373076"/>
              <a:gd name="connsiteY10" fmla="*/ 4318008 h 4318008"/>
              <a:gd name="connsiteX11" fmla="*/ 134565 w 5373076"/>
              <a:gd name="connsiteY11" fmla="*/ 4318008 h 4318008"/>
              <a:gd name="connsiteX12" fmla="*/ 0 w 5373076"/>
              <a:gd name="connsiteY12" fmla="*/ 4183443 h 4318008"/>
              <a:gd name="connsiteX13" fmla="*/ 0 w 5373076"/>
              <a:gd name="connsiteY13" fmla="*/ 2855805 h 4318008"/>
              <a:gd name="connsiteX14" fmla="*/ 5243699 w 5373076"/>
              <a:gd name="connsiteY14" fmla="*/ 652159 h 4318008"/>
              <a:gd name="connsiteX15" fmla="*/ 5058767 w 5373076"/>
              <a:gd name="connsiteY15" fmla="*/ 1028908 h 4318008"/>
              <a:gd name="connsiteX16" fmla="*/ 4960786 w 5373076"/>
              <a:gd name="connsiteY16" fmla="*/ 983422 h 4318008"/>
              <a:gd name="connsiteX17" fmla="*/ 3473588 w 5373076"/>
              <a:gd name="connsiteY17" fmla="*/ 405712 h 4318008"/>
              <a:gd name="connsiteX18" fmla="*/ 4094196 w 5373076"/>
              <a:gd name="connsiteY18" fmla="*/ 1366894 h 4318008"/>
              <a:gd name="connsiteX19" fmla="*/ 3778134 w 5373076"/>
              <a:gd name="connsiteY19" fmla="*/ 1741309 h 4318008"/>
              <a:gd name="connsiteX20" fmla="*/ 2824519 w 5373076"/>
              <a:gd name="connsiteY20" fmla="*/ 1808100 h 4318008"/>
              <a:gd name="connsiteX21" fmla="*/ 4454991 w 5373076"/>
              <a:gd name="connsiteY21" fmla="*/ 0 h 4318008"/>
              <a:gd name="connsiteX22" fmla="*/ 5373076 w 5373076"/>
              <a:gd name="connsiteY22" fmla="*/ 32358 h 4318008"/>
              <a:gd name="connsiteX23" fmla="*/ 4628717 w 5373076"/>
              <a:gd name="connsiteY23" fmla="*/ 1349015 h 4318008"/>
              <a:gd name="connsiteX24" fmla="*/ 4094010 w 5373076"/>
              <a:gd name="connsiteY24" fmla="*/ 779481 h 43180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</a:cxnLst>
            <a:rect l="l" t="t" r="r" b="b"/>
            <a:pathLst>
              <a:path w="5373076" h="4318008">
                <a:moveTo>
                  <a:pt x="4972877" y="1816430"/>
                </a:moveTo>
                <a:lnTo>
                  <a:pt x="5211912" y="2046590"/>
                </a:lnTo>
                <a:lnTo>
                  <a:pt x="4866804" y="2013272"/>
                </a:lnTo>
                <a:close/>
                <a:moveTo>
                  <a:pt x="3721849" y="1808102"/>
                </a:moveTo>
                <a:lnTo>
                  <a:pt x="3854624" y="2524110"/>
                </a:lnTo>
                <a:lnTo>
                  <a:pt x="3419634" y="2322178"/>
                </a:lnTo>
                <a:lnTo>
                  <a:pt x="3604566" y="1945430"/>
                </a:lnTo>
                <a:close/>
                <a:moveTo>
                  <a:pt x="2301472" y="1771765"/>
                </a:moveTo>
                <a:lnTo>
                  <a:pt x="3237442" y="2134997"/>
                </a:lnTo>
                <a:lnTo>
                  <a:pt x="3266331" y="2949530"/>
                </a:lnTo>
                <a:lnTo>
                  <a:pt x="1897852" y="4318008"/>
                </a:lnTo>
                <a:lnTo>
                  <a:pt x="134565" y="4318008"/>
                </a:lnTo>
                <a:lnTo>
                  <a:pt x="0" y="4183443"/>
                </a:lnTo>
                <a:lnTo>
                  <a:pt x="0" y="2855805"/>
                </a:lnTo>
                <a:close/>
                <a:moveTo>
                  <a:pt x="5243699" y="652159"/>
                </a:moveTo>
                <a:lnTo>
                  <a:pt x="5058767" y="1028908"/>
                </a:lnTo>
                <a:lnTo>
                  <a:pt x="4960786" y="983422"/>
                </a:lnTo>
                <a:close/>
                <a:moveTo>
                  <a:pt x="3473588" y="405712"/>
                </a:moveTo>
                <a:lnTo>
                  <a:pt x="4094196" y="1366894"/>
                </a:lnTo>
                <a:lnTo>
                  <a:pt x="3778134" y="1741309"/>
                </a:lnTo>
                <a:lnTo>
                  <a:pt x="2824519" y="1808100"/>
                </a:lnTo>
                <a:close/>
                <a:moveTo>
                  <a:pt x="4454991" y="0"/>
                </a:moveTo>
                <a:lnTo>
                  <a:pt x="5373076" y="32358"/>
                </a:lnTo>
                <a:lnTo>
                  <a:pt x="4628717" y="1349015"/>
                </a:lnTo>
                <a:lnTo>
                  <a:pt x="4094010" y="779481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ZA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0EE479C-D1F6-4BAC-80D2-90EF74E3261A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432000" y="432000"/>
            <a:ext cx="11340000" cy="432000"/>
          </a:xfrm>
        </p:spPr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ZA" noProof="0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22238F2-C6EC-476F-8371-119AECBA5622}"/>
              </a:ext>
            </a:extLst>
          </p:cNvPr>
          <p:cNvSpPr>
            <a:spLocks noGrp="1"/>
          </p:cNvSpPr>
          <p:nvPr userDrawn="1">
            <p:ph sz="half" idx="1"/>
          </p:nvPr>
        </p:nvSpPr>
        <p:spPr>
          <a:xfrm>
            <a:off x="906843" y="3429050"/>
            <a:ext cx="4522314" cy="2762949"/>
          </a:xfrm>
        </p:spPr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lvl="0" rtl="0"/>
            <a:r>
              <a:rPr lang="ko-KR" altLang="en-US" noProof="0"/>
              <a:t>마스터 텍스트 스타일 편집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  <a:endParaRPr lang="ko-KR" altLang="en-ZA" noProof="0" dirty="0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9E47D86-FD0D-44D0-9B7F-9EDEBD11F9D6}"/>
              </a:ext>
            </a:extLst>
          </p:cNvPr>
          <p:cNvSpPr>
            <a:spLocks noGrp="1"/>
          </p:cNvSpPr>
          <p:nvPr userDrawn="1">
            <p:ph type="ftr" sz="quarter" idx="10"/>
          </p:nvPr>
        </p:nvSpPr>
        <p:spPr/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/>
              <a:t>바닥글 추가</a:t>
            </a:r>
            <a:endParaRPr lang="ko-KR" altLang="en-US" dirty="0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0A29F8B3-4723-4928-83E5-76C29D05F2FE}"/>
              </a:ext>
            </a:extLst>
          </p:cNvPr>
          <p:cNvSpPr>
            <a:spLocks noGrp="1"/>
          </p:cNvSpPr>
          <p:nvPr userDrawn="1">
            <p:ph type="sldNum" sz="quarter" idx="11"/>
          </p:nvPr>
        </p:nvSpPr>
        <p:spPr/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19B51A1E-902D-48AF-9020-955120F399B6}" type="slidenum">
              <a:rPr lang="en-ZA" altLang="ko-KR" smtClean="0"/>
              <a:pPr/>
              <a:t>‹#›</a:t>
            </a:fld>
            <a:endParaRPr lang="ko-KR" altLang="en-US" dirty="0"/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7867C73D-EE16-41D1-B7CE-A35C765E3B8D}"/>
              </a:ext>
            </a:extLst>
          </p:cNvPr>
          <p:cNvSpPr>
            <a:spLocks noGrp="1"/>
          </p:cNvSpPr>
          <p:nvPr userDrawn="1">
            <p:ph type="body" sz="quarter" idx="12"/>
          </p:nvPr>
        </p:nvSpPr>
        <p:spPr>
          <a:xfrm>
            <a:off x="6774740" y="3429000"/>
            <a:ext cx="4522407" cy="2762250"/>
          </a:xfrm>
        </p:spPr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lvl="0" rtl="0"/>
            <a:r>
              <a:rPr lang="ko-KR" altLang="en-US" noProof="0"/>
              <a:t>마스터 텍스트 스타일 편집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  <a:endParaRPr lang="ko-KR" altLang="en-ZA" noProof="0" dirty="0"/>
          </a:p>
        </p:txBody>
      </p:sp>
      <p:sp>
        <p:nvSpPr>
          <p:cNvPr id="19" name="텍스트 개체 틀 18">
            <a:extLst>
              <a:ext uri="{FF2B5EF4-FFF2-40B4-BE49-F238E27FC236}">
                <a16:creationId xmlns:a16="http://schemas.microsoft.com/office/drawing/2014/main" id="{FEF984BB-176D-4924-ADAD-52FBC95B07B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06463" y="2278063"/>
            <a:ext cx="4522787" cy="885825"/>
          </a:xfrm>
        </p:spPr>
        <p:txBody>
          <a:bodyPr rtlCol="0" anchor="ctr"/>
          <a:lstStyle>
            <a:lvl1pPr marL="0" indent="0">
              <a:buNone/>
              <a:defRPr sz="8000" b="1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266700" indent="0">
              <a:buNone/>
              <a:defRPr sz="8000">
                <a:latin typeface="+mj-lt"/>
              </a:defRPr>
            </a:lvl2pPr>
            <a:lvl3pPr marL="542925" indent="0">
              <a:buNone/>
              <a:defRPr sz="8000">
                <a:latin typeface="+mj-lt"/>
              </a:defRPr>
            </a:lvl3pPr>
            <a:lvl4pPr marL="809625" indent="0">
              <a:buNone/>
              <a:defRPr sz="8000">
                <a:latin typeface="+mj-lt"/>
              </a:defRPr>
            </a:lvl4pPr>
            <a:lvl5pPr marL="1076325" indent="0">
              <a:buNone/>
              <a:defRPr sz="8000">
                <a:latin typeface="+mj-lt"/>
              </a:defRPr>
            </a:lvl5pPr>
          </a:lstStyle>
          <a:p>
            <a:pPr lvl="0" rtl="0"/>
            <a:r>
              <a:rPr lang="en-US" altLang="ko-KR" noProof="0" dirty="0"/>
              <a:t>1</a:t>
            </a:r>
            <a:endParaRPr lang="ko-KR" altLang="en-ZA" noProof="0" dirty="0"/>
          </a:p>
        </p:txBody>
      </p:sp>
      <p:sp>
        <p:nvSpPr>
          <p:cNvPr id="21" name="텍스트 개체 틀 20">
            <a:extLst>
              <a:ext uri="{FF2B5EF4-FFF2-40B4-BE49-F238E27FC236}">
                <a16:creationId xmlns:a16="http://schemas.microsoft.com/office/drawing/2014/main" id="{C59BE1D7-885A-4749-99BA-6909D64AFA4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762750" y="2278063"/>
            <a:ext cx="4522787" cy="885825"/>
          </a:xfrm>
        </p:spPr>
        <p:txBody>
          <a:bodyPr rtlCol="0" anchor="ctr"/>
          <a:lstStyle>
            <a:lvl1pPr marL="0" indent="0">
              <a:buNone/>
              <a:defRPr sz="8000" b="1" i="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 rtl="0"/>
            <a:r>
              <a:rPr lang="en-US" altLang="ko-KR" noProof="0" dirty="0"/>
              <a:t>2</a:t>
            </a:r>
            <a:endParaRPr lang="ko-KR" altLang="en-ZA" noProof="0" dirty="0"/>
          </a:p>
        </p:txBody>
      </p:sp>
    </p:spTree>
    <p:extLst>
      <p:ext uri="{BB962C8B-B14F-4D97-AF65-F5344CB8AC3E}">
        <p14:creationId xmlns:p14="http://schemas.microsoft.com/office/powerpoint/2010/main" val="31764496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F288DD7-6DAF-436D-B04A-EBCCAA3691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0" y="432000"/>
            <a:ext cx="11340000" cy="432000"/>
          </a:xfrm>
        </p:spPr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ZA" noProof="0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322B50D-6A7D-41C6-BA57-613BC231DF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32000" y="1152000"/>
            <a:ext cx="5472000" cy="360000"/>
          </a:xfrm>
        </p:spPr>
        <p:txBody>
          <a:bodyPr rtlCol="0" anchor="t"/>
          <a:lstStyle>
            <a:lvl1pPr marL="0" indent="0">
              <a:buNone/>
              <a:defRPr sz="2400" b="1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ko-KR" altLang="en-US" noProof="0"/>
              <a:t>마스터 텍스트 스타일 편집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FD584DA-F775-47B8-A1D7-6556AD5FCBD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32000" y="1584000"/>
            <a:ext cx="5472000" cy="4608000"/>
          </a:xfrm>
        </p:spPr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 rtl="0"/>
            <a:r>
              <a:rPr lang="ko-KR" altLang="en-US" noProof="0"/>
              <a:t>마스터 텍스트 스타일 편집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  <a:endParaRPr lang="ko-KR" altLang="en-ZA" noProof="0" dirty="0"/>
          </a:p>
        </p:txBody>
      </p:sp>
      <p:sp>
        <p:nvSpPr>
          <p:cNvPr id="10" name="바닥글 개체 틀 9">
            <a:extLst>
              <a:ext uri="{FF2B5EF4-FFF2-40B4-BE49-F238E27FC236}">
                <a16:creationId xmlns:a16="http://schemas.microsoft.com/office/drawing/2014/main" id="{9337FD81-6DFD-43B7-A7D9-59E45ECDF39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11" name="슬라이드 번호 개체 틀 10">
            <a:extLst>
              <a:ext uri="{FF2B5EF4-FFF2-40B4-BE49-F238E27FC236}">
                <a16:creationId xmlns:a16="http://schemas.microsoft.com/office/drawing/2014/main" id="{F17B7460-0559-435A-9C2F-1B12BC6CE18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19B51A1E-902D-48AF-9020-955120F399B6}" type="slidenum">
              <a:rPr lang="en-ZA" altLang="ko-KR" noProof="0" smtClean="0"/>
              <a:pPr/>
              <a:t>‹#›</a:t>
            </a:fld>
            <a:endParaRPr lang="ko-KR" altLang="en-US" noProof="0" dirty="0"/>
          </a:p>
        </p:txBody>
      </p:sp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DF0A5256-B267-47DA-858A-0F3867CB613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299887" y="1584325"/>
            <a:ext cx="5472113" cy="4606925"/>
          </a:xfrm>
        </p:spPr>
        <p:txBody>
          <a:bodyPr rtlCol="0"/>
          <a:lstStyle/>
          <a:p>
            <a:pPr lvl="0" rtl="0"/>
            <a:r>
              <a:rPr lang="ko-KR" altLang="en-US" noProof="0"/>
              <a:t>마스터 텍스트 스타일 편집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  <a:endParaRPr lang="ko-KR" altLang="en-ZA" noProof="0" dirty="0"/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78A963F8-6F6E-440E-B3B3-DDE13C083A3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300000" y="1152525"/>
            <a:ext cx="5472000" cy="358775"/>
          </a:xfrm>
        </p:spPr>
        <p:txBody>
          <a:bodyPr rtlCol="0"/>
          <a:lstStyle>
            <a:lvl1pPr marL="0" indent="0">
              <a:buNone/>
              <a:defRPr sz="2400" b="1"/>
            </a:lvl1pPr>
          </a:lstStyle>
          <a:p>
            <a:pPr lvl="0" rtl="0"/>
            <a:r>
              <a:rPr lang="ko-KR" altLang="en-US" noProof="0"/>
              <a:t>마스터 텍스트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21390986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열 상자 표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CFF4C50-933F-41F9-AD11-BD02410AA7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0" y="432000"/>
            <a:ext cx="11340000" cy="432000"/>
          </a:xfrm>
        </p:spPr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ZA" noProof="0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1948E38-8FB0-4E51-A01C-C88794372E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4396" y="2463936"/>
            <a:ext cx="3726003" cy="3314545"/>
          </a:xfrm>
          <a:prstGeom prst="rightArrowCallout">
            <a:avLst>
              <a:gd name="adj1" fmla="val 50000"/>
              <a:gd name="adj2" fmla="val 25000"/>
              <a:gd name="adj3" fmla="val 15421"/>
              <a:gd name="adj4" fmla="val 80487"/>
            </a:avLst>
          </a:prstGeom>
          <a:solidFill>
            <a:schemeClr val="bg1">
              <a:lumMod val="95000"/>
            </a:schemeClr>
          </a:solidFill>
        </p:spPr>
        <p:txBody>
          <a:bodyPr lIns="180000" tIns="180000" rIns="180000"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lvl="0" rtl="0"/>
            <a:r>
              <a:rPr lang="ko-KR" altLang="en-US" noProof="0"/>
              <a:t>마스터 텍스트 스타일 편집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  <a:endParaRPr lang="ko-KR" altLang="en-ZA" noProof="0" dirty="0"/>
          </a:p>
        </p:txBody>
      </p:sp>
      <p:sp>
        <p:nvSpPr>
          <p:cNvPr id="7" name="바닥글 개체 틀 6">
            <a:extLst>
              <a:ext uri="{FF2B5EF4-FFF2-40B4-BE49-F238E27FC236}">
                <a16:creationId xmlns:a16="http://schemas.microsoft.com/office/drawing/2014/main" id="{19F419B1-164A-4B7A-BBEC-47B6151ECB0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/>
              <a:t>바닥글 추가</a:t>
            </a:r>
            <a:endParaRPr lang="ko-KR" altLang="en-US" dirty="0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86E99B1E-D08C-46BA-9D27-9ED02F4C9B6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19B51A1E-902D-48AF-9020-955120F399B6}" type="slidenum">
              <a:rPr lang="en-ZA" altLang="ko-KR" smtClean="0"/>
              <a:pPr/>
              <a:t>‹#›</a:t>
            </a:fld>
            <a:endParaRPr lang="ko-KR" altLang="en-US" dirty="0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16A38E24-EB1C-472F-B631-5DF32F9C4CF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613985" y="2463801"/>
            <a:ext cx="3726469" cy="3314200"/>
          </a:xfrm>
          <a:prstGeom prst="rightArrowCallout">
            <a:avLst>
              <a:gd name="adj1" fmla="val 50000"/>
              <a:gd name="adj2" fmla="val 25000"/>
              <a:gd name="adj3" fmla="val 16186"/>
              <a:gd name="adj4" fmla="val 80493"/>
            </a:avLst>
          </a:prstGeom>
          <a:solidFill>
            <a:schemeClr val="bg1">
              <a:lumMod val="95000"/>
            </a:schemeClr>
          </a:solidFill>
        </p:spPr>
        <p:txBody>
          <a:bodyPr lIns="180000" tIns="180000" rIns="180000"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lvl="0" rtl="0"/>
            <a:r>
              <a:rPr lang="ko-KR" altLang="en-US" noProof="0"/>
              <a:t>마스터 텍스트 스타일 편집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  <a:endParaRPr lang="ko-KR" altLang="en-ZA" noProof="0" dirty="0"/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5B4A252E-78C9-4F76-98A4-A4B580AD072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483985" y="2463801"/>
            <a:ext cx="2963619" cy="33142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180000" tIns="180000" rIns="180000"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lvl="0" rtl="0"/>
            <a:r>
              <a:rPr lang="ko-KR" altLang="en-US" noProof="0"/>
              <a:t>마스터 텍스트 스타일 편집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  <a:endParaRPr lang="ko-KR" altLang="en-ZA" noProof="0" dirty="0"/>
          </a:p>
        </p:txBody>
      </p:sp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F8E9D1B9-1C3A-4397-B3B4-9A921D64159E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31800" y="1080000"/>
            <a:ext cx="11339513" cy="276561"/>
          </a:xfrm>
        </p:spPr>
        <p:txBody>
          <a:bodyPr rtlCol="0"/>
          <a:lstStyle>
            <a:lvl1pPr marL="0" indent="0">
              <a:buNone/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266700" indent="0">
              <a:buNone/>
              <a:defRPr/>
            </a:lvl2pPr>
            <a:lvl3pPr marL="542925" indent="0">
              <a:buNone/>
              <a:defRPr/>
            </a:lvl3pPr>
            <a:lvl4pPr marL="809625" indent="0">
              <a:buNone/>
              <a:defRPr/>
            </a:lvl4pPr>
            <a:lvl5pPr marL="1076325" indent="0">
              <a:buNone/>
              <a:defRPr/>
            </a:lvl5pPr>
          </a:lstStyle>
          <a:p>
            <a:pPr lvl="0" rtl="0"/>
            <a:r>
              <a:rPr lang="ko-KR" altLang="en-US" noProof="0" dirty="0"/>
              <a:t>하위 머리글​​</a:t>
            </a:r>
            <a:endParaRPr lang="ko-KR" altLang="en-ZA" noProof="0" dirty="0"/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1B4F049D-3C57-44BB-ACE2-1363AF36D9EF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744236" y="1647240"/>
            <a:ext cx="2975578" cy="648000"/>
          </a:xfrm>
          <a:ln>
            <a:solidFill>
              <a:schemeClr val="accent1"/>
            </a:solidFill>
          </a:ln>
        </p:spPr>
        <p:txBody>
          <a:bodyPr tIns="108000" rtlCol="0" anchor="t"/>
          <a:lstStyle>
            <a:lvl1pPr marL="0" indent="0" algn="ctr">
              <a:buNone/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266700" indent="0" algn="ctr">
              <a:buNone/>
              <a:defRPr/>
            </a:lvl2pPr>
            <a:lvl3pPr marL="542925" indent="0" algn="ctr">
              <a:buNone/>
              <a:defRPr/>
            </a:lvl3pPr>
            <a:lvl4pPr marL="809625" indent="0" algn="ctr">
              <a:buNone/>
              <a:defRPr/>
            </a:lvl4pPr>
            <a:lvl5pPr marL="1076325" indent="0" algn="ctr">
              <a:buNone/>
              <a:defRPr/>
            </a:lvl5pPr>
          </a:lstStyle>
          <a:p>
            <a:pPr lvl="0" rtl="0"/>
            <a:r>
              <a:rPr lang="ko-KR" altLang="en-US" noProof="0" dirty="0"/>
              <a:t>구역 </a:t>
            </a:r>
            <a:r>
              <a:rPr lang="en-US" altLang="ko-KR" noProof="0" dirty="0"/>
              <a:t>1 </a:t>
            </a:r>
            <a:r>
              <a:rPr lang="ko-KR" altLang="en-US" noProof="0" dirty="0"/>
              <a:t>제목</a:t>
            </a:r>
            <a:endParaRPr lang="ko-KR" altLang="en-ZA" noProof="0" dirty="0"/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FB9B793F-A64B-475C-96F3-FB40100E01E4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4608336" y="1647040"/>
            <a:ext cx="2975578" cy="648000"/>
          </a:xfrm>
          <a:ln>
            <a:solidFill>
              <a:schemeClr val="accent2"/>
            </a:solidFill>
          </a:ln>
        </p:spPr>
        <p:txBody>
          <a:bodyPr tIns="108000" rtlCol="0" anchor="t"/>
          <a:lstStyle>
            <a:lvl1pPr marL="0" indent="0" algn="ctr">
              <a:buNone/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 rtl="0"/>
            <a:r>
              <a:rPr lang="ko-KR" altLang="en-US" noProof="0" dirty="0"/>
              <a:t>구역 </a:t>
            </a:r>
            <a:r>
              <a:rPr lang="en-US" altLang="ko-KR" noProof="0" dirty="0"/>
              <a:t>2 </a:t>
            </a:r>
            <a:r>
              <a:rPr lang="ko-KR" altLang="en-US" noProof="0" dirty="0"/>
              <a:t>제목</a:t>
            </a:r>
            <a:endParaRPr lang="ko-KR" altLang="en-ZA" noProof="0" dirty="0"/>
          </a:p>
        </p:txBody>
      </p:sp>
      <p:sp>
        <p:nvSpPr>
          <p:cNvPr id="14" name="텍스트 개체 틀 13">
            <a:extLst>
              <a:ext uri="{FF2B5EF4-FFF2-40B4-BE49-F238E27FC236}">
                <a16:creationId xmlns:a16="http://schemas.microsoft.com/office/drawing/2014/main" id="{0EF53567-5287-43FB-B07E-A12F3AEEDB98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8483986" y="1647240"/>
            <a:ext cx="2975578" cy="648000"/>
          </a:xfrm>
          <a:ln>
            <a:solidFill>
              <a:schemeClr val="accent3"/>
            </a:solidFill>
          </a:ln>
        </p:spPr>
        <p:txBody>
          <a:bodyPr tIns="108000" rtlCol="0" anchor="t"/>
          <a:lstStyle>
            <a:lvl1pPr marL="0" indent="0" algn="ctr">
              <a:buNone/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 rtl="0"/>
            <a:r>
              <a:rPr lang="ko-KR" altLang="en-US" noProof="0" dirty="0"/>
              <a:t>구역 </a:t>
            </a:r>
            <a:r>
              <a:rPr lang="en-US" altLang="ko-KR" noProof="0" dirty="0"/>
              <a:t>3 </a:t>
            </a:r>
            <a:r>
              <a:rPr lang="ko-KR" altLang="en-US" noProof="0" dirty="0"/>
              <a:t>제목</a:t>
            </a:r>
            <a:endParaRPr lang="ko-KR" altLang="en-ZA" noProof="0" dirty="0"/>
          </a:p>
        </p:txBody>
      </p:sp>
    </p:spTree>
    <p:extLst>
      <p:ext uri="{BB962C8B-B14F-4D97-AF65-F5344CB8AC3E}">
        <p14:creationId xmlns:p14="http://schemas.microsoft.com/office/powerpoint/2010/main" val="375573350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시간 표시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FC626A5-4FF6-42BD-858A-AE4B2C23A6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ZA" noProof="0" dirty="0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9E5E346-F307-4307-949D-77CDB6E6577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B4446C0-A637-4726-88A6-815A6AB63B9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19B51A1E-902D-48AF-9020-955120F399B6}" type="slidenum">
              <a:rPr lang="en-ZA" altLang="ko-KR" noProof="0" smtClean="0"/>
              <a:pPr/>
              <a:t>‹#›</a:t>
            </a:fld>
            <a:endParaRPr lang="ko-KR" altLang="en-US" noProof="0" dirty="0"/>
          </a:p>
        </p:txBody>
      </p:sp>
      <p:sp>
        <p:nvSpPr>
          <p:cNvPr id="13" name="텍스트 개체 틀 8">
            <a:extLst>
              <a:ext uri="{FF2B5EF4-FFF2-40B4-BE49-F238E27FC236}">
                <a16:creationId xmlns:a16="http://schemas.microsoft.com/office/drawing/2014/main" id="{37BBBFC2-32EB-4335-9980-A7CF236703B3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31800" y="1080000"/>
            <a:ext cx="11339513" cy="276561"/>
          </a:xfrm>
        </p:spPr>
        <p:txBody>
          <a:bodyPr rtlCol="0"/>
          <a:lstStyle>
            <a:lvl1pPr marL="0" indent="0">
              <a:buNone/>
              <a:defRPr/>
            </a:lvl1pPr>
            <a:lvl2pPr marL="266700" indent="0">
              <a:buNone/>
              <a:defRPr/>
            </a:lvl2pPr>
            <a:lvl3pPr marL="542925" indent="0">
              <a:buNone/>
              <a:defRPr/>
            </a:lvl3pPr>
            <a:lvl4pPr marL="809625" indent="0">
              <a:buNone/>
              <a:defRPr/>
            </a:lvl4pPr>
            <a:lvl5pPr marL="1076325" indent="0">
              <a:buNone/>
              <a:defRPr/>
            </a:lvl5pPr>
          </a:lstStyle>
          <a:p>
            <a:pPr lvl="0" rtl="0"/>
            <a:r>
              <a:rPr lang="ko-KR" altLang="en-US" noProof="0" dirty="0"/>
              <a:t>하위 머리글​​</a:t>
            </a:r>
            <a:endParaRPr lang="ko-KR" altLang="en-ZA" noProof="0" dirty="0"/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52158F80-0C1A-4B9E-9335-A5A0015187F7}"/>
              </a:ext>
            </a:extLst>
          </p:cNvPr>
          <p:cNvCxnSpPr/>
          <p:nvPr userDrawn="1"/>
        </p:nvCxnSpPr>
        <p:spPr>
          <a:xfrm>
            <a:off x="431800" y="3866682"/>
            <a:ext cx="11339513" cy="0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텍스트 개체 틀 10">
            <a:extLst>
              <a:ext uri="{FF2B5EF4-FFF2-40B4-BE49-F238E27FC236}">
                <a16:creationId xmlns:a16="http://schemas.microsoft.com/office/drawing/2014/main" id="{723DA611-B88C-4D7E-82A4-5E4CA9DC2EA3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412908" y="3973125"/>
            <a:ext cx="415608" cy="201776"/>
          </a:xfrm>
        </p:spPr>
        <p:txBody>
          <a:bodyPr rtlCol="0" anchor="ctr"/>
          <a:lstStyle>
            <a:lvl1pPr marL="0" indent="0" algn="ctr">
              <a:buNone/>
              <a:defRPr sz="14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rtl="0"/>
            <a:r>
              <a:rPr lang="ko-KR" altLang="en-US" noProof="0" dirty="0"/>
              <a:t>연도</a:t>
            </a:r>
            <a:endParaRPr lang="ko-KR" altLang="en-ZA" noProof="0" dirty="0"/>
          </a:p>
        </p:txBody>
      </p:sp>
      <p:sp>
        <p:nvSpPr>
          <p:cNvPr id="17" name="텍스트 개체 틀 10">
            <a:extLst>
              <a:ext uri="{FF2B5EF4-FFF2-40B4-BE49-F238E27FC236}">
                <a16:creationId xmlns:a16="http://schemas.microsoft.com/office/drawing/2014/main" id="{180A0FA4-75CD-4A61-AA79-9C3C5F97ED8C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31799" y="3597398"/>
            <a:ext cx="377825" cy="201776"/>
          </a:xfrm>
        </p:spPr>
        <p:txBody>
          <a:bodyPr rtlCol="0"/>
          <a:lstStyle>
            <a:lvl1pPr marL="0" indent="0" algn="ctr"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rtl="0"/>
            <a:r>
              <a:rPr lang="en-US" altLang="ko-KR" noProof="0" dirty="0"/>
              <a:t>MM</a:t>
            </a:r>
            <a:endParaRPr lang="ko-KR" altLang="en-ZA" noProof="0" dirty="0"/>
          </a:p>
        </p:txBody>
      </p:sp>
      <p:sp>
        <p:nvSpPr>
          <p:cNvPr id="21" name="텍스트 개체 틀 10">
            <a:extLst>
              <a:ext uri="{FF2B5EF4-FFF2-40B4-BE49-F238E27FC236}">
                <a16:creationId xmlns:a16="http://schemas.microsoft.com/office/drawing/2014/main" id="{EBB89A53-1B07-4560-B98E-03BECDB832C9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903816" y="3597398"/>
            <a:ext cx="377825" cy="201776"/>
          </a:xfrm>
        </p:spPr>
        <p:txBody>
          <a:bodyPr rtlCol="0"/>
          <a:lstStyle>
            <a:lvl1pPr marL="0" indent="0" algn="ctr"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rtl="0"/>
            <a:r>
              <a:rPr lang="en-US" altLang="ko-KR" noProof="0" dirty="0"/>
              <a:t>MM</a:t>
            </a:r>
            <a:endParaRPr lang="ko-KR" altLang="en-ZA" noProof="0" dirty="0"/>
          </a:p>
        </p:txBody>
      </p:sp>
      <p:sp>
        <p:nvSpPr>
          <p:cNvPr id="22" name="텍스트 개체 틀 10">
            <a:extLst>
              <a:ext uri="{FF2B5EF4-FFF2-40B4-BE49-F238E27FC236}">
                <a16:creationId xmlns:a16="http://schemas.microsoft.com/office/drawing/2014/main" id="{22D34AD8-D83D-4409-A418-C00840A085AC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1375833" y="3597398"/>
            <a:ext cx="377825" cy="201776"/>
          </a:xfrm>
        </p:spPr>
        <p:txBody>
          <a:bodyPr rtlCol="0"/>
          <a:lstStyle>
            <a:lvl1pPr marL="0" indent="0" algn="ctr"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rtl="0"/>
            <a:r>
              <a:rPr lang="en-US" altLang="ko-KR" noProof="0" dirty="0"/>
              <a:t>MM</a:t>
            </a:r>
            <a:endParaRPr lang="ko-KR" altLang="en-ZA" noProof="0" dirty="0"/>
          </a:p>
        </p:txBody>
      </p:sp>
      <p:sp>
        <p:nvSpPr>
          <p:cNvPr id="25" name="텍스트 개체 틀 10">
            <a:extLst>
              <a:ext uri="{FF2B5EF4-FFF2-40B4-BE49-F238E27FC236}">
                <a16:creationId xmlns:a16="http://schemas.microsoft.com/office/drawing/2014/main" id="{3EAA6A46-63F3-49A5-8E0B-758176E4429D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847850" y="3597398"/>
            <a:ext cx="377825" cy="201776"/>
          </a:xfrm>
        </p:spPr>
        <p:txBody>
          <a:bodyPr rtlCol="0"/>
          <a:lstStyle>
            <a:lvl1pPr marL="0" indent="0" algn="ctr"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rtl="0"/>
            <a:r>
              <a:rPr lang="en-US" altLang="ko-KR" noProof="0" dirty="0"/>
              <a:t>MM</a:t>
            </a:r>
            <a:endParaRPr lang="ko-KR" altLang="en-ZA" noProof="0" dirty="0"/>
          </a:p>
        </p:txBody>
      </p:sp>
      <p:sp>
        <p:nvSpPr>
          <p:cNvPr id="26" name="텍스트 개체 틀 10">
            <a:extLst>
              <a:ext uri="{FF2B5EF4-FFF2-40B4-BE49-F238E27FC236}">
                <a16:creationId xmlns:a16="http://schemas.microsoft.com/office/drawing/2014/main" id="{BB051A6E-4868-4F3F-93DB-AD07020E9344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6077108" y="3973125"/>
            <a:ext cx="415608" cy="201776"/>
          </a:xfrm>
        </p:spPr>
        <p:txBody>
          <a:bodyPr rtlCol="0" anchor="ctr"/>
          <a:lstStyle>
            <a:lvl1pPr marL="0" indent="0" algn="ctr">
              <a:buNone/>
              <a:defRPr sz="14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rtl="0"/>
            <a:r>
              <a:rPr lang="ko-KR" altLang="en-US" noProof="0" dirty="0"/>
              <a:t>연도</a:t>
            </a:r>
            <a:endParaRPr lang="ko-KR" altLang="en-ZA" noProof="0" dirty="0"/>
          </a:p>
        </p:txBody>
      </p:sp>
      <p:sp>
        <p:nvSpPr>
          <p:cNvPr id="28" name="텍스트 개체 틀 10">
            <a:extLst>
              <a:ext uri="{FF2B5EF4-FFF2-40B4-BE49-F238E27FC236}">
                <a16:creationId xmlns:a16="http://schemas.microsoft.com/office/drawing/2014/main" id="{61519886-189E-4C69-AEED-FD9BDD3E567B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2319867" y="3597398"/>
            <a:ext cx="377825" cy="201776"/>
          </a:xfrm>
        </p:spPr>
        <p:txBody>
          <a:bodyPr rtlCol="0"/>
          <a:lstStyle>
            <a:lvl1pPr marL="0" indent="0" algn="ctr"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rtl="0"/>
            <a:r>
              <a:rPr lang="en-US" altLang="ko-KR" noProof="0" dirty="0"/>
              <a:t>MM</a:t>
            </a:r>
            <a:endParaRPr lang="ko-KR" altLang="en-ZA" noProof="0" dirty="0"/>
          </a:p>
        </p:txBody>
      </p:sp>
      <p:sp>
        <p:nvSpPr>
          <p:cNvPr id="30" name="텍스트 개체 틀 10">
            <a:extLst>
              <a:ext uri="{FF2B5EF4-FFF2-40B4-BE49-F238E27FC236}">
                <a16:creationId xmlns:a16="http://schemas.microsoft.com/office/drawing/2014/main" id="{0F084DDF-04EE-46A9-9F77-D5FD94D1B543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2791884" y="3597398"/>
            <a:ext cx="377825" cy="201776"/>
          </a:xfrm>
        </p:spPr>
        <p:txBody>
          <a:bodyPr rtlCol="0"/>
          <a:lstStyle>
            <a:lvl1pPr marL="0" indent="0" algn="ctr"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rtl="0"/>
            <a:r>
              <a:rPr lang="en-US" altLang="ko-KR" noProof="0" dirty="0"/>
              <a:t>MM</a:t>
            </a:r>
            <a:endParaRPr lang="ko-KR" altLang="en-ZA" noProof="0" dirty="0"/>
          </a:p>
        </p:txBody>
      </p:sp>
      <p:sp>
        <p:nvSpPr>
          <p:cNvPr id="31" name="텍스트 개체 틀 10">
            <a:extLst>
              <a:ext uri="{FF2B5EF4-FFF2-40B4-BE49-F238E27FC236}">
                <a16:creationId xmlns:a16="http://schemas.microsoft.com/office/drawing/2014/main" id="{743DE8AB-BF74-4CC9-AD19-8BBBF44867AF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3263901" y="3597398"/>
            <a:ext cx="377825" cy="201776"/>
          </a:xfrm>
        </p:spPr>
        <p:txBody>
          <a:bodyPr rtlCol="0"/>
          <a:lstStyle>
            <a:lvl1pPr marL="0" indent="0" algn="ctr"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rtl="0"/>
            <a:r>
              <a:rPr lang="en-US" altLang="ko-KR" noProof="0" dirty="0"/>
              <a:t>MM</a:t>
            </a:r>
            <a:endParaRPr lang="ko-KR" altLang="en-ZA" noProof="0" dirty="0"/>
          </a:p>
        </p:txBody>
      </p:sp>
      <p:sp>
        <p:nvSpPr>
          <p:cNvPr id="32" name="텍스트 개체 틀 10">
            <a:extLst>
              <a:ext uri="{FF2B5EF4-FFF2-40B4-BE49-F238E27FC236}">
                <a16:creationId xmlns:a16="http://schemas.microsoft.com/office/drawing/2014/main" id="{2ECC5C24-2CE5-491E-89DC-F9C5AE98B067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4679952" y="3597398"/>
            <a:ext cx="377825" cy="201776"/>
          </a:xfrm>
        </p:spPr>
        <p:txBody>
          <a:bodyPr rtlCol="0"/>
          <a:lstStyle>
            <a:lvl1pPr marL="0" indent="0" algn="ctr"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rtl="0"/>
            <a:r>
              <a:rPr lang="en-US" altLang="ko-KR" noProof="0" dirty="0"/>
              <a:t>MM</a:t>
            </a:r>
            <a:endParaRPr lang="ko-KR" altLang="en-ZA" noProof="0" dirty="0"/>
          </a:p>
        </p:txBody>
      </p:sp>
      <p:sp>
        <p:nvSpPr>
          <p:cNvPr id="33" name="텍스트 개체 틀 10">
            <a:extLst>
              <a:ext uri="{FF2B5EF4-FFF2-40B4-BE49-F238E27FC236}">
                <a16:creationId xmlns:a16="http://schemas.microsoft.com/office/drawing/2014/main" id="{ADB0F187-5781-4076-B761-264B1C683A63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3735918" y="3597398"/>
            <a:ext cx="377825" cy="201776"/>
          </a:xfrm>
        </p:spPr>
        <p:txBody>
          <a:bodyPr rtlCol="0"/>
          <a:lstStyle>
            <a:lvl1pPr marL="0" indent="0" algn="ctr"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rtl="0"/>
            <a:r>
              <a:rPr lang="en-US" altLang="ko-KR" noProof="0" dirty="0"/>
              <a:t>MM</a:t>
            </a:r>
            <a:endParaRPr lang="ko-KR" altLang="en-ZA" noProof="0" dirty="0"/>
          </a:p>
        </p:txBody>
      </p:sp>
      <p:sp>
        <p:nvSpPr>
          <p:cNvPr id="34" name="텍스트 개체 틀 10">
            <a:extLst>
              <a:ext uri="{FF2B5EF4-FFF2-40B4-BE49-F238E27FC236}">
                <a16:creationId xmlns:a16="http://schemas.microsoft.com/office/drawing/2014/main" id="{B2E776B2-D388-4243-80AE-BD8AF47C8AAB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4207935" y="3597398"/>
            <a:ext cx="377825" cy="201776"/>
          </a:xfrm>
        </p:spPr>
        <p:txBody>
          <a:bodyPr rtlCol="0"/>
          <a:lstStyle>
            <a:lvl1pPr marL="0" indent="0" algn="ctr"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rtl="0"/>
            <a:r>
              <a:rPr lang="en-US" altLang="ko-KR" noProof="0" dirty="0"/>
              <a:t>MM</a:t>
            </a:r>
            <a:endParaRPr lang="ko-KR" altLang="en-ZA" noProof="0" dirty="0"/>
          </a:p>
        </p:txBody>
      </p:sp>
      <p:sp>
        <p:nvSpPr>
          <p:cNvPr id="35" name="텍스트 개체 틀 10">
            <a:extLst>
              <a:ext uri="{FF2B5EF4-FFF2-40B4-BE49-F238E27FC236}">
                <a16:creationId xmlns:a16="http://schemas.microsoft.com/office/drawing/2014/main" id="{79F3A104-EDC0-4A25-9585-3F9F8C1022C7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5151969" y="3597398"/>
            <a:ext cx="377825" cy="201776"/>
          </a:xfrm>
        </p:spPr>
        <p:txBody>
          <a:bodyPr rtlCol="0"/>
          <a:lstStyle>
            <a:lvl1pPr marL="0" indent="0" algn="ctr"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rtl="0"/>
            <a:r>
              <a:rPr lang="en-US" altLang="ko-KR" noProof="0" dirty="0"/>
              <a:t>MM</a:t>
            </a:r>
            <a:endParaRPr lang="ko-KR" altLang="en-ZA" noProof="0" dirty="0"/>
          </a:p>
        </p:txBody>
      </p:sp>
      <p:sp>
        <p:nvSpPr>
          <p:cNvPr id="36" name="텍스트 개체 틀 10">
            <a:extLst>
              <a:ext uri="{FF2B5EF4-FFF2-40B4-BE49-F238E27FC236}">
                <a16:creationId xmlns:a16="http://schemas.microsoft.com/office/drawing/2014/main" id="{23DA3E7C-9F0E-4A57-B6EA-C01C72788E9E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5623986" y="3597398"/>
            <a:ext cx="377825" cy="201776"/>
          </a:xfrm>
        </p:spPr>
        <p:txBody>
          <a:bodyPr rtlCol="0"/>
          <a:lstStyle>
            <a:lvl1pPr marL="0" indent="0" algn="ctr"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rtl="0"/>
            <a:r>
              <a:rPr lang="en-US" altLang="ko-KR" noProof="0" dirty="0"/>
              <a:t>MM</a:t>
            </a:r>
            <a:endParaRPr lang="ko-KR" altLang="en-ZA" noProof="0" dirty="0"/>
          </a:p>
        </p:txBody>
      </p:sp>
      <p:sp>
        <p:nvSpPr>
          <p:cNvPr id="37" name="텍스트 개체 틀 10">
            <a:extLst>
              <a:ext uri="{FF2B5EF4-FFF2-40B4-BE49-F238E27FC236}">
                <a16:creationId xmlns:a16="http://schemas.microsoft.com/office/drawing/2014/main" id="{A8ABC110-DC97-4A71-9A16-67581EAC9895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6095999" y="3597398"/>
            <a:ext cx="377825" cy="201776"/>
          </a:xfrm>
        </p:spPr>
        <p:txBody>
          <a:bodyPr rtlCol="0"/>
          <a:lstStyle>
            <a:lvl1pPr marL="0" indent="0" algn="ctr"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rtl="0"/>
            <a:r>
              <a:rPr lang="en-US" altLang="ko-KR" noProof="0" dirty="0"/>
              <a:t>MM</a:t>
            </a:r>
            <a:endParaRPr lang="ko-KR" altLang="en-ZA" noProof="0" dirty="0"/>
          </a:p>
        </p:txBody>
      </p:sp>
      <p:sp>
        <p:nvSpPr>
          <p:cNvPr id="38" name="텍스트 개체 틀 10">
            <a:extLst>
              <a:ext uri="{FF2B5EF4-FFF2-40B4-BE49-F238E27FC236}">
                <a16:creationId xmlns:a16="http://schemas.microsoft.com/office/drawing/2014/main" id="{81058125-332B-41A7-BCD5-72CAE3F9F97D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6568012" y="3597398"/>
            <a:ext cx="377825" cy="201776"/>
          </a:xfrm>
        </p:spPr>
        <p:txBody>
          <a:bodyPr rtlCol="0"/>
          <a:lstStyle>
            <a:lvl1pPr marL="0" indent="0" algn="ctr"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rtl="0"/>
            <a:r>
              <a:rPr lang="en-US" altLang="ko-KR" noProof="0" dirty="0"/>
              <a:t>MM</a:t>
            </a:r>
            <a:endParaRPr lang="ko-KR" altLang="en-ZA" noProof="0" dirty="0"/>
          </a:p>
        </p:txBody>
      </p:sp>
      <p:sp>
        <p:nvSpPr>
          <p:cNvPr id="39" name="텍스트 개체 틀 10">
            <a:extLst>
              <a:ext uri="{FF2B5EF4-FFF2-40B4-BE49-F238E27FC236}">
                <a16:creationId xmlns:a16="http://schemas.microsoft.com/office/drawing/2014/main" id="{E32DE8FD-6391-4094-BAEC-CC0836CC67EB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7040029" y="3597398"/>
            <a:ext cx="377825" cy="201776"/>
          </a:xfrm>
        </p:spPr>
        <p:txBody>
          <a:bodyPr rtlCol="0"/>
          <a:lstStyle>
            <a:lvl1pPr marL="0" indent="0" algn="ctr"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rtl="0"/>
            <a:r>
              <a:rPr lang="en-US" altLang="ko-KR" noProof="0" dirty="0"/>
              <a:t>MM</a:t>
            </a:r>
            <a:endParaRPr lang="ko-KR" altLang="en-ZA" noProof="0" dirty="0"/>
          </a:p>
        </p:txBody>
      </p:sp>
      <p:sp>
        <p:nvSpPr>
          <p:cNvPr id="40" name="텍스트 개체 틀 10">
            <a:extLst>
              <a:ext uri="{FF2B5EF4-FFF2-40B4-BE49-F238E27FC236}">
                <a16:creationId xmlns:a16="http://schemas.microsoft.com/office/drawing/2014/main" id="{5C53C0F3-9308-422B-BC6E-1ACA5029027A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512046" y="3597398"/>
            <a:ext cx="377825" cy="201776"/>
          </a:xfrm>
        </p:spPr>
        <p:txBody>
          <a:bodyPr rtlCol="0"/>
          <a:lstStyle>
            <a:lvl1pPr marL="0" indent="0" algn="ctr"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rtl="0"/>
            <a:r>
              <a:rPr lang="en-US" altLang="ko-KR" noProof="0" dirty="0"/>
              <a:t>MM</a:t>
            </a:r>
            <a:endParaRPr lang="ko-KR" altLang="en-ZA" noProof="0" dirty="0"/>
          </a:p>
        </p:txBody>
      </p:sp>
      <p:sp>
        <p:nvSpPr>
          <p:cNvPr id="41" name="텍스트 개체 틀 10">
            <a:extLst>
              <a:ext uri="{FF2B5EF4-FFF2-40B4-BE49-F238E27FC236}">
                <a16:creationId xmlns:a16="http://schemas.microsoft.com/office/drawing/2014/main" id="{06DFFA03-9EA6-4F70-9519-AB1361BAF7CE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7984063" y="3597398"/>
            <a:ext cx="377825" cy="201776"/>
          </a:xfrm>
        </p:spPr>
        <p:txBody>
          <a:bodyPr rtlCol="0"/>
          <a:lstStyle>
            <a:lvl1pPr marL="0" indent="0" algn="ctr"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rtl="0"/>
            <a:r>
              <a:rPr lang="en-US" altLang="ko-KR" noProof="0" dirty="0"/>
              <a:t>MM</a:t>
            </a:r>
            <a:endParaRPr lang="ko-KR" altLang="en-ZA" noProof="0" dirty="0"/>
          </a:p>
        </p:txBody>
      </p:sp>
      <p:sp>
        <p:nvSpPr>
          <p:cNvPr id="42" name="텍스트 개체 틀 10">
            <a:extLst>
              <a:ext uri="{FF2B5EF4-FFF2-40B4-BE49-F238E27FC236}">
                <a16:creationId xmlns:a16="http://schemas.microsoft.com/office/drawing/2014/main" id="{49CD8693-3557-4241-BB88-518160D989C4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8456080" y="3597398"/>
            <a:ext cx="377825" cy="201776"/>
          </a:xfrm>
        </p:spPr>
        <p:txBody>
          <a:bodyPr rtlCol="0"/>
          <a:lstStyle>
            <a:lvl1pPr marL="0" indent="0" algn="ctr"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rtl="0"/>
            <a:r>
              <a:rPr lang="en-US" altLang="ko-KR" noProof="0" dirty="0"/>
              <a:t>MM</a:t>
            </a:r>
            <a:endParaRPr lang="ko-KR" altLang="en-ZA" noProof="0" dirty="0"/>
          </a:p>
        </p:txBody>
      </p:sp>
      <p:sp>
        <p:nvSpPr>
          <p:cNvPr id="43" name="텍스트 개체 틀 10">
            <a:extLst>
              <a:ext uri="{FF2B5EF4-FFF2-40B4-BE49-F238E27FC236}">
                <a16:creationId xmlns:a16="http://schemas.microsoft.com/office/drawing/2014/main" id="{4884DF69-4936-4F90-BFB8-ED04A228DA22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8928097" y="3597398"/>
            <a:ext cx="377825" cy="201776"/>
          </a:xfrm>
        </p:spPr>
        <p:txBody>
          <a:bodyPr rtlCol="0"/>
          <a:lstStyle>
            <a:lvl1pPr marL="0" indent="0" algn="ctr"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rtl="0"/>
            <a:r>
              <a:rPr lang="en-US" altLang="ko-KR" noProof="0" dirty="0"/>
              <a:t>MM</a:t>
            </a:r>
            <a:endParaRPr lang="ko-KR" altLang="en-ZA" noProof="0" dirty="0"/>
          </a:p>
        </p:txBody>
      </p:sp>
      <p:sp>
        <p:nvSpPr>
          <p:cNvPr id="44" name="텍스트 개체 틀 10">
            <a:extLst>
              <a:ext uri="{FF2B5EF4-FFF2-40B4-BE49-F238E27FC236}">
                <a16:creationId xmlns:a16="http://schemas.microsoft.com/office/drawing/2014/main" id="{00804F61-8052-4AD8-8370-ED72B261BC29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10344148" y="3597398"/>
            <a:ext cx="377825" cy="201776"/>
          </a:xfrm>
        </p:spPr>
        <p:txBody>
          <a:bodyPr rtlCol="0"/>
          <a:lstStyle>
            <a:lvl1pPr marL="0" indent="0" algn="ctr"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rtl="0"/>
            <a:r>
              <a:rPr lang="en-US" altLang="ko-KR" noProof="0" dirty="0"/>
              <a:t>MM</a:t>
            </a:r>
            <a:endParaRPr lang="ko-KR" altLang="en-ZA" noProof="0" dirty="0"/>
          </a:p>
        </p:txBody>
      </p:sp>
      <p:sp>
        <p:nvSpPr>
          <p:cNvPr id="45" name="텍스트 개체 틀 10">
            <a:extLst>
              <a:ext uri="{FF2B5EF4-FFF2-40B4-BE49-F238E27FC236}">
                <a16:creationId xmlns:a16="http://schemas.microsoft.com/office/drawing/2014/main" id="{313F370F-A9EC-477E-BED7-BF4E87527420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9400114" y="3597398"/>
            <a:ext cx="377825" cy="201776"/>
          </a:xfrm>
        </p:spPr>
        <p:txBody>
          <a:bodyPr rtlCol="0"/>
          <a:lstStyle>
            <a:lvl1pPr marL="0" indent="0" algn="ctr"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rtl="0"/>
            <a:r>
              <a:rPr lang="en-US" altLang="ko-KR" noProof="0" dirty="0"/>
              <a:t>MM</a:t>
            </a:r>
            <a:endParaRPr lang="ko-KR" altLang="en-ZA" noProof="0" dirty="0"/>
          </a:p>
        </p:txBody>
      </p:sp>
      <p:sp>
        <p:nvSpPr>
          <p:cNvPr id="46" name="텍스트 개체 틀 10">
            <a:extLst>
              <a:ext uri="{FF2B5EF4-FFF2-40B4-BE49-F238E27FC236}">
                <a16:creationId xmlns:a16="http://schemas.microsoft.com/office/drawing/2014/main" id="{9E687ADD-FE6C-441E-991F-E71EA0572C32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9872131" y="3597398"/>
            <a:ext cx="377825" cy="201776"/>
          </a:xfrm>
        </p:spPr>
        <p:txBody>
          <a:bodyPr rtlCol="0"/>
          <a:lstStyle>
            <a:lvl1pPr marL="0" indent="0" algn="ctr"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rtl="0"/>
            <a:r>
              <a:rPr lang="en-US" altLang="ko-KR" noProof="0" dirty="0"/>
              <a:t>MM</a:t>
            </a:r>
            <a:endParaRPr lang="ko-KR" altLang="en-ZA" noProof="0" dirty="0"/>
          </a:p>
        </p:txBody>
      </p:sp>
      <p:sp>
        <p:nvSpPr>
          <p:cNvPr id="47" name="텍스트 개체 틀 10">
            <a:extLst>
              <a:ext uri="{FF2B5EF4-FFF2-40B4-BE49-F238E27FC236}">
                <a16:creationId xmlns:a16="http://schemas.microsoft.com/office/drawing/2014/main" id="{5E0252B4-80AE-40E9-BA32-6EDAAC625211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10816165" y="3597398"/>
            <a:ext cx="377825" cy="201776"/>
          </a:xfrm>
        </p:spPr>
        <p:txBody>
          <a:bodyPr rtlCol="0"/>
          <a:lstStyle>
            <a:lvl1pPr marL="0" indent="0" algn="ctr"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rtl="0"/>
            <a:r>
              <a:rPr lang="en-US" altLang="ko-KR" noProof="0" dirty="0"/>
              <a:t>MM</a:t>
            </a:r>
            <a:endParaRPr lang="ko-KR" altLang="en-ZA" noProof="0" dirty="0"/>
          </a:p>
        </p:txBody>
      </p:sp>
      <p:sp>
        <p:nvSpPr>
          <p:cNvPr id="48" name="텍스트 개체 틀 10">
            <a:extLst>
              <a:ext uri="{FF2B5EF4-FFF2-40B4-BE49-F238E27FC236}">
                <a16:creationId xmlns:a16="http://schemas.microsoft.com/office/drawing/2014/main" id="{8A807DF0-23B6-4B83-B3F6-8D0BE9A851F6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11288182" y="3597398"/>
            <a:ext cx="377825" cy="201776"/>
          </a:xfrm>
        </p:spPr>
        <p:txBody>
          <a:bodyPr rtlCol="0"/>
          <a:lstStyle>
            <a:lvl1pPr marL="0" indent="0" algn="ctr"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rtl="0"/>
            <a:r>
              <a:rPr lang="en-US" altLang="ko-KR" noProof="0" dirty="0"/>
              <a:t>MM</a:t>
            </a:r>
            <a:endParaRPr lang="ko-KR" altLang="en-ZA" noProof="0" dirty="0"/>
          </a:p>
        </p:txBody>
      </p:sp>
      <p:sp>
        <p:nvSpPr>
          <p:cNvPr id="49" name="텍스트 개체 틀 3">
            <a:extLst>
              <a:ext uri="{FF2B5EF4-FFF2-40B4-BE49-F238E27FC236}">
                <a16:creationId xmlns:a16="http://schemas.microsoft.com/office/drawing/2014/main" id="{F3591345-36C8-481A-AD5B-5F69B03D1710}"/>
              </a:ext>
            </a:extLst>
          </p:cNvPr>
          <p:cNvSpPr>
            <a:spLocks noGrp="1"/>
          </p:cNvSpPr>
          <p:nvPr>
            <p:ph type="body" sz="quarter" idx="59" hasCustomPrompt="1"/>
          </p:nvPr>
        </p:nvSpPr>
        <p:spPr>
          <a:xfrm>
            <a:off x="5360988" y="2190750"/>
            <a:ext cx="1793875" cy="561975"/>
          </a:xfrm>
          <a:noFill/>
          <a:ln>
            <a:noFill/>
          </a:ln>
        </p:spPr>
        <p:txBody>
          <a:bodyPr tIns="36000" rtlCol="0" anchor="t"/>
          <a:lstStyle>
            <a:lvl1pPr marL="0" indent="0" algn="ctr">
              <a:buNone/>
              <a:defRPr sz="1600" b="1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ko-KR" altLang="en-US" noProof="0" dirty="0"/>
              <a:t>항목 제목</a:t>
            </a:r>
            <a:endParaRPr lang="ko-KR" altLang="en-ZA" noProof="0" dirty="0"/>
          </a:p>
        </p:txBody>
      </p:sp>
      <p:sp>
        <p:nvSpPr>
          <p:cNvPr id="50" name="텍스트 개체 틀 36">
            <a:extLst>
              <a:ext uri="{FF2B5EF4-FFF2-40B4-BE49-F238E27FC236}">
                <a16:creationId xmlns:a16="http://schemas.microsoft.com/office/drawing/2014/main" id="{954C0732-1924-4A1B-9272-95C51D0B36FE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5395728" y="2531196"/>
            <a:ext cx="1724394" cy="185808"/>
          </a:xfrm>
          <a:solidFill>
            <a:schemeClr val="bg1">
              <a:lumMod val="95000"/>
            </a:schemeClr>
          </a:solidFill>
        </p:spPr>
        <p:txBody>
          <a:bodyPr rtlCol="0" anchor="ctr"/>
          <a:lstStyle>
            <a:lvl1pPr marL="0" indent="0" algn="ctr">
              <a:buNone/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ko-KR" altLang="en-US" noProof="0" dirty="0"/>
              <a:t>연도 월</a:t>
            </a:r>
            <a:endParaRPr lang="ko-KR" altLang="en-ZA" noProof="0" dirty="0"/>
          </a:p>
        </p:txBody>
      </p:sp>
    </p:spTree>
    <p:extLst>
      <p:ext uri="{BB962C8B-B14F-4D97-AF65-F5344CB8AC3E}">
        <p14:creationId xmlns:p14="http://schemas.microsoft.com/office/powerpoint/2010/main" val="9067071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팀 3 구성원​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CFF4C50-933F-41F9-AD11-BD02410AA7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0" y="432000"/>
            <a:ext cx="11340000" cy="432000"/>
          </a:xfrm>
        </p:spPr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ZA" noProof="0" dirty="0"/>
          </a:p>
        </p:txBody>
      </p:sp>
      <p:sp>
        <p:nvSpPr>
          <p:cNvPr id="7" name="바닥글 개체 틀 6">
            <a:extLst>
              <a:ext uri="{FF2B5EF4-FFF2-40B4-BE49-F238E27FC236}">
                <a16:creationId xmlns:a16="http://schemas.microsoft.com/office/drawing/2014/main" id="{19F419B1-164A-4B7A-BBEC-47B6151ECB0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86E99B1E-D08C-46BA-9D27-9ED02F4C9B6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19B51A1E-902D-48AF-9020-955120F399B6}" type="slidenum">
              <a:rPr lang="en-ZA" altLang="ko-KR" noProof="0" smtClean="0"/>
              <a:pPr/>
              <a:t>‹#›</a:t>
            </a:fld>
            <a:endParaRPr lang="ko-KR" altLang="en-US" noProof="0" dirty="0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1F5B3657-F2AE-455A-BF81-1A0C2ACECD2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3945" y="3995705"/>
            <a:ext cx="1964171" cy="216000"/>
          </a:xfrm>
        </p:spPr>
        <p:txBody>
          <a:bodyPr rtlCol="0"/>
          <a:lstStyle>
            <a:lvl1pPr marL="0" indent="0" algn="l">
              <a:buNone/>
              <a:defRPr sz="1600"/>
            </a:lvl1pPr>
          </a:lstStyle>
          <a:p>
            <a:pPr lvl="0" rtl="0"/>
            <a:r>
              <a:rPr lang="ko-KR" altLang="en-US" noProof="0" dirty="0"/>
              <a:t>직함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6A983D98-E0AB-429A-9EC2-B50D4216D69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55887" y="3995705"/>
            <a:ext cx="1964171" cy="216000"/>
          </a:xfrm>
        </p:spPr>
        <p:txBody>
          <a:bodyPr rtlCol="0"/>
          <a:lstStyle>
            <a:lvl1pPr marL="0" indent="0" algn="l">
              <a:buNone/>
              <a:defRPr sz="1600"/>
            </a:lvl1pPr>
          </a:lstStyle>
          <a:p>
            <a:pPr lvl="0" rtl="0"/>
            <a:r>
              <a:rPr lang="ko-KR" altLang="en-US" noProof="0" dirty="0"/>
              <a:t>제목</a:t>
            </a:r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755213BF-EF6D-45DC-A01B-DE6C2F23A6D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807829" y="3991240"/>
            <a:ext cx="1964171" cy="216000"/>
          </a:xfrm>
        </p:spPr>
        <p:txBody>
          <a:bodyPr rtlCol="0"/>
          <a:lstStyle>
            <a:lvl1pPr marL="0" indent="0" algn="l">
              <a:buNone/>
              <a:defRPr sz="1600"/>
            </a:lvl1pPr>
          </a:lstStyle>
          <a:p>
            <a:pPr lvl="0" rtl="0"/>
            <a:r>
              <a:rPr lang="ko-KR" altLang="en-US" noProof="0" dirty="0"/>
              <a:t>직함</a:t>
            </a:r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6D972951-9088-4993-8DED-9DA3B6B08CF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103945" y="3424428"/>
            <a:ext cx="1964170" cy="504000"/>
          </a:xfrm>
        </p:spPr>
        <p:txBody>
          <a:bodyPr rtlCol="0"/>
          <a:lstStyle>
            <a:lvl1pPr marL="0" indent="0" algn="l">
              <a:buNone/>
              <a:defRPr b="1">
                <a:latin typeface="+mj-lt"/>
              </a:defRPr>
            </a:lvl1pPr>
          </a:lstStyle>
          <a:p>
            <a:pPr lvl="0" rtl="0"/>
            <a:r>
              <a:rPr lang="ko-KR" altLang="en-US" noProof="0" dirty="0"/>
              <a:t>이름</a:t>
            </a:r>
            <a:endParaRPr lang="ko-KR" altLang="en-ZA" noProof="0" dirty="0"/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48424FDD-507C-4199-BFC6-8BC01D8992B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955887" y="3424428"/>
            <a:ext cx="1964171" cy="504000"/>
          </a:xfrm>
        </p:spPr>
        <p:txBody>
          <a:bodyPr rtlCol="0"/>
          <a:lstStyle>
            <a:lvl1pPr marL="0" indent="0" algn="l">
              <a:buNone/>
              <a:defRPr b="1">
                <a:latin typeface="+mj-lt"/>
              </a:defRPr>
            </a:lvl1pPr>
          </a:lstStyle>
          <a:p>
            <a:pPr lvl="0" rtl="0"/>
            <a:r>
              <a:rPr lang="ko-KR" altLang="en-US" noProof="0" dirty="0"/>
              <a:t>이름</a:t>
            </a:r>
            <a:endParaRPr lang="ko-KR" altLang="en-ZA" noProof="0" dirty="0"/>
          </a:p>
        </p:txBody>
      </p:sp>
      <p:sp>
        <p:nvSpPr>
          <p:cNvPr id="16" name="텍스트 개체 틀 15">
            <a:extLst>
              <a:ext uri="{FF2B5EF4-FFF2-40B4-BE49-F238E27FC236}">
                <a16:creationId xmlns:a16="http://schemas.microsoft.com/office/drawing/2014/main" id="{33DAFB20-1343-4578-8AA0-0378B674F1B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807830" y="3424428"/>
            <a:ext cx="1964170" cy="504000"/>
          </a:xfrm>
        </p:spPr>
        <p:txBody>
          <a:bodyPr rtlCol="0"/>
          <a:lstStyle>
            <a:lvl1pPr marL="0" indent="0" algn="l">
              <a:buNone/>
              <a:defRPr b="1">
                <a:latin typeface="+mj-lt"/>
              </a:defRPr>
            </a:lvl1pPr>
          </a:lstStyle>
          <a:p>
            <a:pPr lvl="0" rtl="0"/>
            <a:r>
              <a:rPr lang="ko-KR" altLang="en-US" noProof="0" dirty="0"/>
              <a:t>이름</a:t>
            </a:r>
            <a:endParaRPr lang="ko-KR" altLang="en-ZA" noProof="0" dirty="0"/>
          </a:p>
        </p:txBody>
      </p:sp>
      <p:sp>
        <p:nvSpPr>
          <p:cNvPr id="24" name="그림 개체 틀 22">
            <a:extLst>
              <a:ext uri="{FF2B5EF4-FFF2-40B4-BE49-F238E27FC236}">
                <a16:creationId xmlns:a16="http://schemas.microsoft.com/office/drawing/2014/main" id="{806A4855-25AA-40D4-B1A4-A271486B6C9F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431800" y="2808242"/>
            <a:ext cx="1505966" cy="1505966"/>
          </a:xfrm>
          <a:prstGeom prst="ellipse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95000"/>
              </a:schemeClr>
            </a:solidFill>
          </a:ln>
        </p:spPr>
        <p:txBody>
          <a:bodyPr rtlCol="0" anchor="ctr"/>
          <a:lstStyle>
            <a:lvl1pPr marL="0" indent="0" algn="ctr">
              <a:buNone/>
              <a:defRPr sz="1600"/>
            </a:lvl1pPr>
          </a:lstStyle>
          <a:p>
            <a:pPr rtl="0"/>
            <a:r>
              <a:rPr lang="ko-KR" altLang="en-US" noProof="0"/>
              <a:t>그림을 추가하려면 아이콘을 클릭하십시오</a:t>
            </a:r>
            <a:endParaRPr lang="ko-KR" altLang="en-ZA" noProof="0" dirty="0"/>
          </a:p>
        </p:txBody>
      </p:sp>
      <p:sp>
        <p:nvSpPr>
          <p:cNvPr id="25" name="그림 개체 틀 22">
            <a:extLst>
              <a:ext uri="{FF2B5EF4-FFF2-40B4-BE49-F238E27FC236}">
                <a16:creationId xmlns:a16="http://schemas.microsoft.com/office/drawing/2014/main" id="{31E10A24-B676-4117-9507-B4B0EB406F02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4283742" y="2808242"/>
            <a:ext cx="1505966" cy="1505966"/>
          </a:xfrm>
          <a:prstGeom prst="ellipse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95000"/>
              </a:schemeClr>
            </a:solidFill>
          </a:ln>
        </p:spPr>
        <p:txBody>
          <a:bodyPr rtlCol="0" anchor="ctr"/>
          <a:lstStyle>
            <a:lvl1pPr marL="0" indent="0" algn="ctr">
              <a:buNone/>
              <a:defRPr sz="1600"/>
            </a:lvl1pPr>
          </a:lstStyle>
          <a:p>
            <a:pPr rtl="0"/>
            <a:r>
              <a:rPr lang="ko-KR" altLang="en-US" noProof="0"/>
              <a:t>그림을 추가하려면 아이콘을 클릭하십시오</a:t>
            </a:r>
            <a:endParaRPr lang="ko-KR" altLang="en-ZA" noProof="0" dirty="0"/>
          </a:p>
        </p:txBody>
      </p:sp>
      <p:sp>
        <p:nvSpPr>
          <p:cNvPr id="26" name="그림 개체 틀 22">
            <a:extLst>
              <a:ext uri="{FF2B5EF4-FFF2-40B4-BE49-F238E27FC236}">
                <a16:creationId xmlns:a16="http://schemas.microsoft.com/office/drawing/2014/main" id="{6549D851-9848-44AC-937A-9B1EF867E595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8135683" y="2808242"/>
            <a:ext cx="1505966" cy="1505966"/>
          </a:xfrm>
          <a:prstGeom prst="ellipse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95000"/>
              </a:schemeClr>
            </a:solidFill>
          </a:ln>
        </p:spPr>
        <p:txBody>
          <a:bodyPr rtlCol="0" anchor="ctr"/>
          <a:lstStyle>
            <a:lvl1pPr marL="0" indent="0" algn="ctr">
              <a:buNone/>
              <a:defRPr sz="1600"/>
            </a:lvl1pPr>
          </a:lstStyle>
          <a:p>
            <a:pPr rtl="0"/>
            <a:r>
              <a:rPr lang="ko-KR" altLang="en-US" noProof="0"/>
              <a:t>그림을 추가하려면 아이콘을 클릭하십시오</a:t>
            </a:r>
            <a:endParaRPr lang="ko-KR" altLang="en-ZA" noProof="0" dirty="0"/>
          </a:p>
        </p:txBody>
      </p:sp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36DD16A0-27CF-480C-8ADD-7BB99E0031A4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31800" y="1080000"/>
            <a:ext cx="11339513" cy="276561"/>
          </a:xfrm>
        </p:spPr>
        <p:txBody>
          <a:bodyPr rtlCol="0"/>
          <a:lstStyle>
            <a:lvl1pPr marL="0" indent="0">
              <a:buNone/>
              <a:defRPr/>
            </a:lvl1pPr>
            <a:lvl2pPr marL="266700" indent="0">
              <a:buNone/>
              <a:defRPr/>
            </a:lvl2pPr>
            <a:lvl3pPr marL="542925" indent="0">
              <a:buNone/>
              <a:defRPr/>
            </a:lvl3pPr>
            <a:lvl4pPr marL="809625" indent="0">
              <a:buNone/>
              <a:defRPr/>
            </a:lvl4pPr>
            <a:lvl5pPr marL="1076325" indent="0">
              <a:buNone/>
              <a:defRPr/>
            </a:lvl5pPr>
          </a:lstStyle>
          <a:p>
            <a:pPr lvl="0" rtl="0"/>
            <a:r>
              <a:rPr lang="ko-KR" altLang="en-US" noProof="0" dirty="0"/>
              <a:t>하위 머리글​​</a:t>
            </a:r>
            <a:endParaRPr lang="ko-KR" altLang="en-ZA" noProof="0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47CA876-2153-4136-850D-EE098BDC242E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2103945" y="4311393"/>
            <a:ext cx="1964172" cy="1130300"/>
          </a:xfrm>
        </p:spPr>
        <p:txBody>
          <a:bodyPr rtlCol="0"/>
          <a:lstStyle>
            <a:lvl1pPr marL="0" indent="0">
              <a:buFont typeface="Arial" panose="020B0604020202020204" pitchFamily="34" charset="0"/>
              <a:buNone/>
              <a:defRPr/>
            </a:lvl1pPr>
            <a:lvl2pPr marL="266700" indent="0">
              <a:buNone/>
              <a:defRPr/>
            </a:lvl2pPr>
            <a:lvl3pPr marL="542925" indent="0">
              <a:buNone/>
              <a:defRPr/>
            </a:lvl3pPr>
            <a:lvl4pPr marL="809625" indent="0">
              <a:buNone/>
              <a:defRPr/>
            </a:lvl4pPr>
            <a:lvl5pPr marL="1076325" indent="0">
              <a:buNone/>
              <a:defRPr/>
            </a:lvl5pPr>
          </a:lstStyle>
          <a:p>
            <a:pPr lvl="0" rtl="0"/>
            <a:r>
              <a:rPr lang="ko-KR" altLang="en-US" noProof="0" dirty="0"/>
              <a:t>간략한 소개</a:t>
            </a:r>
            <a:endParaRPr lang="ko-KR" altLang="en-ZA" noProof="0" dirty="0"/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969B21C2-C689-49C2-B45F-14C5C53A587B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955887" y="4311393"/>
            <a:ext cx="1963737" cy="1130300"/>
          </a:xfrm>
        </p:spPr>
        <p:txBody>
          <a:bodyPr rtlCol="0"/>
          <a:lstStyle>
            <a:lvl1pPr marL="0" indent="0">
              <a:buNone/>
              <a:defRPr/>
            </a:lvl1pPr>
          </a:lstStyle>
          <a:p>
            <a:pPr lvl="0" rtl="0"/>
            <a:r>
              <a:rPr lang="ko-KR" altLang="en-US" noProof="0" dirty="0"/>
              <a:t>간략한 소개</a:t>
            </a:r>
            <a:endParaRPr lang="ko-KR" altLang="en-ZA" noProof="0" dirty="0"/>
          </a:p>
        </p:txBody>
      </p:sp>
      <p:sp>
        <p:nvSpPr>
          <p:cNvPr id="17" name="텍스트 개체 틀 16">
            <a:extLst>
              <a:ext uri="{FF2B5EF4-FFF2-40B4-BE49-F238E27FC236}">
                <a16:creationId xmlns:a16="http://schemas.microsoft.com/office/drawing/2014/main" id="{E33D8E11-F7FD-4AD9-BEC6-78C6500F8172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9807829" y="4311393"/>
            <a:ext cx="1981200" cy="1138238"/>
          </a:xfrm>
        </p:spPr>
        <p:txBody>
          <a:bodyPr rtlCol="0"/>
          <a:lstStyle>
            <a:lvl1pPr marL="0" indent="0">
              <a:buNone/>
              <a:defRPr/>
            </a:lvl1pPr>
          </a:lstStyle>
          <a:p>
            <a:pPr lvl="0" rtl="0"/>
            <a:r>
              <a:rPr lang="ko-KR" altLang="en-US" noProof="0" dirty="0"/>
              <a:t>간략한 소개</a:t>
            </a:r>
            <a:endParaRPr lang="ko-KR" altLang="en-ZA" noProof="0" dirty="0"/>
          </a:p>
        </p:txBody>
      </p:sp>
    </p:spTree>
    <p:extLst>
      <p:ext uri="{BB962C8B-B14F-4D97-AF65-F5344CB8AC3E}">
        <p14:creationId xmlns:p14="http://schemas.microsoft.com/office/powerpoint/2010/main" val="362411993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팀 6 구성원​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CFF4C50-933F-41F9-AD11-BD02410AA7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0" y="432000"/>
            <a:ext cx="11340000" cy="432000"/>
          </a:xfrm>
        </p:spPr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ZA" noProof="0" dirty="0"/>
          </a:p>
        </p:txBody>
      </p:sp>
      <p:sp>
        <p:nvSpPr>
          <p:cNvPr id="7" name="바닥글 개체 틀 6">
            <a:extLst>
              <a:ext uri="{FF2B5EF4-FFF2-40B4-BE49-F238E27FC236}">
                <a16:creationId xmlns:a16="http://schemas.microsoft.com/office/drawing/2014/main" id="{19F419B1-164A-4B7A-BBEC-47B6151ECB0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86E99B1E-D08C-46BA-9D27-9ED02F4C9B6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19B51A1E-902D-48AF-9020-955120F399B6}" type="slidenum">
              <a:rPr lang="en-ZA" altLang="ko-KR" noProof="0" smtClean="0"/>
              <a:pPr/>
              <a:t>‹#›</a:t>
            </a:fld>
            <a:endParaRPr lang="ko-KR" altLang="en-US" noProof="0" dirty="0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1F5B3657-F2AE-455A-BF81-1A0C2ACECD2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340113" y="4505325"/>
            <a:ext cx="1800000" cy="900000"/>
          </a:xfrm>
        </p:spPr>
        <p:txBody>
          <a:bodyPr rtlCol="0"/>
          <a:lstStyle>
            <a:lvl1pPr marL="0" indent="0" algn="ctr">
              <a:buNone/>
              <a:defRPr sz="1600"/>
            </a:lvl1pPr>
          </a:lstStyle>
          <a:p>
            <a:pPr lvl="0" rtl="0"/>
            <a:r>
              <a:rPr lang="ko-KR" altLang="en-US" noProof="0" dirty="0"/>
              <a:t>직함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6A983D98-E0AB-429A-9EC2-B50D4216D69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248426" y="4505325"/>
            <a:ext cx="1800000" cy="900000"/>
          </a:xfrm>
        </p:spPr>
        <p:txBody>
          <a:bodyPr rtlCol="0"/>
          <a:lstStyle>
            <a:lvl1pPr marL="0" indent="0" algn="ctr">
              <a:buNone/>
              <a:defRPr sz="1600"/>
            </a:lvl1pPr>
          </a:lstStyle>
          <a:p>
            <a:pPr lvl="0" rtl="0"/>
            <a:r>
              <a:rPr lang="ko-KR" altLang="en-US" noProof="0" dirty="0"/>
              <a:t>직함</a:t>
            </a:r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755213BF-EF6D-45DC-A01B-DE6C2F23A6D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156739" y="4505325"/>
            <a:ext cx="1800000" cy="900000"/>
          </a:xfrm>
        </p:spPr>
        <p:txBody>
          <a:bodyPr rtlCol="0"/>
          <a:lstStyle>
            <a:lvl1pPr marL="0" indent="0" algn="ctr">
              <a:buNone/>
              <a:defRPr sz="1600"/>
            </a:lvl1pPr>
          </a:lstStyle>
          <a:p>
            <a:pPr lvl="0" rtl="0"/>
            <a:r>
              <a:rPr lang="ko-KR" altLang="en-US" noProof="0" dirty="0"/>
              <a:t>직함</a:t>
            </a:r>
          </a:p>
        </p:txBody>
      </p:sp>
      <p:sp>
        <p:nvSpPr>
          <p:cNvPr id="17" name="텍스트 개체 틀 16">
            <a:extLst>
              <a:ext uri="{FF2B5EF4-FFF2-40B4-BE49-F238E27FC236}">
                <a16:creationId xmlns:a16="http://schemas.microsoft.com/office/drawing/2014/main" id="{77D6BBBA-F4A3-45D4-91BC-A405FFDC7C3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065052" y="4505325"/>
            <a:ext cx="1800000" cy="900000"/>
          </a:xfrm>
        </p:spPr>
        <p:txBody>
          <a:bodyPr rtlCol="0"/>
          <a:lstStyle>
            <a:lvl1pPr marL="0" indent="0" algn="ctr">
              <a:buNone/>
              <a:defRPr sz="1600"/>
            </a:lvl1pPr>
          </a:lstStyle>
          <a:p>
            <a:pPr lvl="0" rtl="0"/>
            <a:r>
              <a:rPr lang="ko-KR" altLang="en-US" noProof="0" dirty="0"/>
              <a:t>직함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EB3F7825-EB73-4976-9D8D-BAD8C8FCEA8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31800" y="3926334"/>
            <a:ext cx="1800000" cy="504000"/>
          </a:xfrm>
        </p:spPr>
        <p:txBody>
          <a:bodyPr rtlCol="0"/>
          <a:lstStyle>
            <a:lvl1pPr marL="0" indent="0" algn="ctr">
              <a:buNone/>
              <a:defRPr b="1">
                <a:latin typeface="+mj-lt"/>
              </a:defRPr>
            </a:lvl1pPr>
          </a:lstStyle>
          <a:p>
            <a:pPr lvl="0" rtl="0"/>
            <a:r>
              <a:rPr lang="ko-KR" altLang="en-US" noProof="0" dirty="0"/>
              <a:t>전체 이름</a:t>
            </a:r>
            <a:endParaRPr lang="ko-KR" altLang="en-ZA" noProof="0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6D972951-9088-4993-8DED-9DA3B6B08CF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340113" y="3926335"/>
            <a:ext cx="1800000" cy="504000"/>
          </a:xfrm>
        </p:spPr>
        <p:txBody>
          <a:bodyPr rtlCol="0"/>
          <a:lstStyle>
            <a:lvl1pPr marL="0" indent="0" algn="ctr">
              <a:buNone/>
              <a:defRPr b="1">
                <a:latin typeface="+mj-lt"/>
              </a:defRPr>
            </a:lvl1pPr>
          </a:lstStyle>
          <a:p>
            <a:pPr lvl="0" rtl="0"/>
            <a:r>
              <a:rPr lang="ko-KR" altLang="en-US" noProof="0" dirty="0"/>
              <a:t>전체 이름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48424FDD-507C-4199-BFC6-8BC01D8992B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248426" y="3926335"/>
            <a:ext cx="1800000" cy="504000"/>
          </a:xfrm>
        </p:spPr>
        <p:txBody>
          <a:bodyPr rtlCol="0"/>
          <a:lstStyle>
            <a:lvl1pPr marL="0" indent="0" algn="ctr">
              <a:buNone/>
              <a:defRPr b="1">
                <a:latin typeface="+mj-lt"/>
              </a:defRPr>
            </a:lvl1pPr>
          </a:lstStyle>
          <a:p>
            <a:pPr lvl="0" rtl="0"/>
            <a:r>
              <a:rPr lang="ko-KR" altLang="en-US" noProof="0" dirty="0"/>
              <a:t>전체 이름</a:t>
            </a:r>
          </a:p>
        </p:txBody>
      </p:sp>
      <p:sp>
        <p:nvSpPr>
          <p:cNvPr id="16" name="텍스트 개체 틀 15">
            <a:extLst>
              <a:ext uri="{FF2B5EF4-FFF2-40B4-BE49-F238E27FC236}">
                <a16:creationId xmlns:a16="http://schemas.microsoft.com/office/drawing/2014/main" id="{33DAFB20-1343-4578-8AA0-0378B674F1B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156739" y="3926335"/>
            <a:ext cx="1800000" cy="504000"/>
          </a:xfrm>
        </p:spPr>
        <p:txBody>
          <a:bodyPr rtlCol="0"/>
          <a:lstStyle>
            <a:lvl1pPr marL="0" indent="0" algn="ctr">
              <a:buNone/>
              <a:defRPr b="1">
                <a:latin typeface="+mj-lt"/>
              </a:defRPr>
            </a:lvl1pPr>
          </a:lstStyle>
          <a:p>
            <a:pPr lvl="0" rtl="0"/>
            <a:r>
              <a:rPr lang="ko-KR" altLang="en-US" noProof="0" dirty="0"/>
              <a:t>전체 이름</a:t>
            </a:r>
          </a:p>
        </p:txBody>
      </p:sp>
      <p:sp>
        <p:nvSpPr>
          <p:cNvPr id="19" name="텍스트 개체 틀 18">
            <a:extLst>
              <a:ext uri="{FF2B5EF4-FFF2-40B4-BE49-F238E27FC236}">
                <a16:creationId xmlns:a16="http://schemas.microsoft.com/office/drawing/2014/main" id="{B01E9EA3-8BD6-4531-812C-663C75428B7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065052" y="3926335"/>
            <a:ext cx="1800000" cy="504000"/>
          </a:xfrm>
        </p:spPr>
        <p:txBody>
          <a:bodyPr rtlCol="0"/>
          <a:lstStyle>
            <a:lvl1pPr marL="0" indent="0" algn="ctr">
              <a:buNone/>
              <a:defRPr b="1">
                <a:latin typeface="+mj-lt"/>
              </a:defRPr>
            </a:lvl1pPr>
          </a:lstStyle>
          <a:p>
            <a:pPr lvl="0" rtl="0"/>
            <a:r>
              <a:rPr lang="ko-KR" altLang="en-US" noProof="0" dirty="0"/>
              <a:t>전체 이름</a:t>
            </a:r>
          </a:p>
        </p:txBody>
      </p:sp>
      <p:sp>
        <p:nvSpPr>
          <p:cNvPr id="21" name="텍스트 개체 틀 20">
            <a:extLst>
              <a:ext uri="{FF2B5EF4-FFF2-40B4-BE49-F238E27FC236}">
                <a16:creationId xmlns:a16="http://schemas.microsoft.com/office/drawing/2014/main" id="{DA4566DA-C848-4A27-BBC8-722932FFD7F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31800" y="4505325"/>
            <a:ext cx="1800000" cy="900000"/>
          </a:xfrm>
        </p:spPr>
        <p:txBody>
          <a:bodyPr rtlCol="0"/>
          <a:lstStyle>
            <a:lvl1pPr marL="0" indent="0" algn="ctr">
              <a:buNone/>
              <a:defRPr sz="1600"/>
            </a:lvl1pPr>
          </a:lstStyle>
          <a:p>
            <a:pPr lvl="0" rtl="0"/>
            <a:r>
              <a:rPr lang="ko-KR" altLang="en-US" noProof="0" dirty="0"/>
              <a:t>제목</a:t>
            </a:r>
          </a:p>
        </p:txBody>
      </p:sp>
      <p:sp>
        <p:nvSpPr>
          <p:cNvPr id="23" name="그림 개체 틀 22">
            <a:extLst>
              <a:ext uri="{FF2B5EF4-FFF2-40B4-BE49-F238E27FC236}">
                <a16:creationId xmlns:a16="http://schemas.microsoft.com/office/drawing/2014/main" id="{4089E01F-0C47-4C6A-A9A8-A1A7E470F31A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717088" y="2160704"/>
            <a:ext cx="1229425" cy="1229425"/>
          </a:xfrm>
          <a:prstGeom prst="ellipse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75000"/>
              </a:schemeClr>
            </a:solidFill>
          </a:ln>
        </p:spPr>
        <p:txBody>
          <a:bodyPr rtlCol="0" anchor="ctr"/>
          <a:lstStyle>
            <a:lvl1pPr marL="0" indent="0" algn="ctr">
              <a:buNone/>
              <a:defRPr sz="1600"/>
            </a:lvl1pPr>
          </a:lstStyle>
          <a:p>
            <a:pPr rtl="0"/>
            <a:r>
              <a:rPr lang="ko-KR" altLang="en-US" noProof="0"/>
              <a:t>그림을 추가하려면 아이콘을 클릭하십시오</a:t>
            </a:r>
            <a:endParaRPr lang="ko-KR" altLang="en-ZA" noProof="0" dirty="0"/>
          </a:p>
        </p:txBody>
      </p:sp>
      <p:sp>
        <p:nvSpPr>
          <p:cNvPr id="24" name="그림 개체 틀 22">
            <a:extLst>
              <a:ext uri="{FF2B5EF4-FFF2-40B4-BE49-F238E27FC236}">
                <a16:creationId xmlns:a16="http://schemas.microsoft.com/office/drawing/2014/main" id="{806A4855-25AA-40D4-B1A4-A271486B6C9F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2625401" y="2160704"/>
            <a:ext cx="1229425" cy="1229425"/>
          </a:xfrm>
          <a:prstGeom prst="ellipse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75000"/>
              </a:schemeClr>
            </a:solidFill>
          </a:ln>
        </p:spPr>
        <p:txBody>
          <a:bodyPr rtlCol="0" anchor="ctr"/>
          <a:lstStyle>
            <a:lvl1pPr marL="0" indent="0" algn="ctr">
              <a:buNone/>
              <a:defRPr sz="1600"/>
            </a:lvl1pPr>
          </a:lstStyle>
          <a:p>
            <a:pPr rtl="0"/>
            <a:r>
              <a:rPr lang="ko-KR" altLang="en-US" noProof="0"/>
              <a:t>그림을 추가하려면 아이콘을 클릭하십시오</a:t>
            </a:r>
            <a:endParaRPr lang="ko-KR" altLang="en-ZA" noProof="0" dirty="0"/>
          </a:p>
        </p:txBody>
      </p:sp>
      <p:sp>
        <p:nvSpPr>
          <p:cNvPr id="25" name="그림 개체 틀 22">
            <a:extLst>
              <a:ext uri="{FF2B5EF4-FFF2-40B4-BE49-F238E27FC236}">
                <a16:creationId xmlns:a16="http://schemas.microsoft.com/office/drawing/2014/main" id="{31E10A24-B676-4117-9507-B4B0EB406F02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4533714" y="2160704"/>
            <a:ext cx="1229425" cy="1229425"/>
          </a:xfrm>
          <a:prstGeom prst="ellipse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75000"/>
              </a:schemeClr>
            </a:solidFill>
          </a:ln>
        </p:spPr>
        <p:txBody>
          <a:bodyPr rtlCol="0" anchor="ctr"/>
          <a:lstStyle>
            <a:lvl1pPr marL="0" indent="0" algn="ctr">
              <a:buNone/>
              <a:defRPr sz="1600"/>
            </a:lvl1pPr>
          </a:lstStyle>
          <a:p>
            <a:pPr rtl="0"/>
            <a:r>
              <a:rPr lang="ko-KR" altLang="en-US" noProof="0"/>
              <a:t>그림을 추가하려면 아이콘을 클릭하십시오</a:t>
            </a:r>
            <a:endParaRPr lang="ko-KR" altLang="en-ZA" noProof="0" dirty="0"/>
          </a:p>
        </p:txBody>
      </p:sp>
      <p:sp>
        <p:nvSpPr>
          <p:cNvPr id="26" name="그림 개체 틀 22">
            <a:extLst>
              <a:ext uri="{FF2B5EF4-FFF2-40B4-BE49-F238E27FC236}">
                <a16:creationId xmlns:a16="http://schemas.microsoft.com/office/drawing/2014/main" id="{6549D851-9848-44AC-937A-9B1EF867E595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6442027" y="2160704"/>
            <a:ext cx="1229425" cy="1229425"/>
          </a:xfrm>
          <a:prstGeom prst="ellipse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75000"/>
              </a:schemeClr>
            </a:solidFill>
          </a:ln>
        </p:spPr>
        <p:txBody>
          <a:bodyPr rtlCol="0" anchor="ctr"/>
          <a:lstStyle>
            <a:lvl1pPr marL="0" indent="0" algn="ctr">
              <a:buNone/>
              <a:defRPr sz="1600"/>
            </a:lvl1pPr>
          </a:lstStyle>
          <a:p>
            <a:pPr rtl="0"/>
            <a:r>
              <a:rPr lang="ko-KR" altLang="en-US" noProof="0"/>
              <a:t>그림을 추가하려면 아이콘을 클릭하십시오</a:t>
            </a:r>
            <a:endParaRPr lang="ko-KR" altLang="en-ZA" noProof="0" dirty="0"/>
          </a:p>
        </p:txBody>
      </p:sp>
      <p:sp>
        <p:nvSpPr>
          <p:cNvPr id="27" name="그림 개체 틀 22">
            <a:extLst>
              <a:ext uri="{FF2B5EF4-FFF2-40B4-BE49-F238E27FC236}">
                <a16:creationId xmlns:a16="http://schemas.microsoft.com/office/drawing/2014/main" id="{B765F5D3-7CB7-4E55-8217-E9EEA9F2945A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8350340" y="2160704"/>
            <a:ext cx="1229425" cy="1229425"/>
          </a:xfrm>
          <a:prstGeom prst="ellipse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75000"/>
              </a:schemeClr>
            </a:solidFill>
          </a:ln>
        </p:spPr>
        <p:txBody>
          <a:bodyPr rtlCol="0" anchor="ctr"/>
          <a:lstStyle>
            <a:lvl1pPr marL="0" indent="0" algn="ctr">
              <a:buNone/>
              <a:defRPr sz="1600"/>
            </a:lvl1pPr>
          </a:lstStyle>
          <a:p>
            <a:pPr rtl="0"/>
            <a:r>
              <a:rPr lang="ko-KR" altLang="en-US" noProof="0"/>
              <a:t>그림을 추가하려면 아이콘을 클릭하십시오</a:t>
            </a:r>
            <a:endParaRPr lang="ko-KR" altLang="en-ZA" noProof="0" dirty="0"/>
          </a:p>
        </p:txBody>
      </p:sp>
      <p:sp>
        <p:nvSpPr>
          <p:cNvPr id="20" name="그림 개체 틀 22">
            <a:extLst>
              <a:ext uri="{FF2B5EF4-FFF2-40B4-BE49-F238E27FC236}">
                <a16:creationId xmlns:a16="http://schemas.microsoft.com/office/drawing/2014/main" id="{8CB2CA38-4C7F-4D6B-9B34-606F1A007A17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10258651" y="2160704"/>
            <a:ext cx="1229425" cy="1229425"/>
          </a:xfrm>
          <a:prstGeom prst="ellipse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75000"/>
              </a:schemeClr>
            </a:solidFill>
          </a:ln>
        </p:spPr>
        <p:txBody>
          <a:bodyPr rtlCol="0" anchor="ctr"/>
          <a:lstStyle>
            <a:lvl1pPr marL="0" indent="0" algn="ctr">
              <a:buNone/>
              <a:defRPr sz="1600"/>
            </a:lvl1pPr>
          </a:lstStyle>
          <a:p>
            <a:pPr rtl="0"/>
            <a:r>
              <a:rPr lang="ko-KR" altLang="en-US" noProof="0"/>
              <a:t>그림을 추가하려면 아이콘을 클릭하십시오</a:t>
            </a:r>
            <a:endParaRPr lang="ko-KR" altLang="en-ZA" noProof="0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5DA42CA-D117-4AF7-9FEC-03EB2BBB7566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9973363" y="3925888"/>
            <a:ext cx="1800000" cy="504825"/>
          </a:xfrm>
        </p:spPr>
        <p:txBody>
          <a:bodyPr rtlCol="0"/>
          <a:lstStyle>
            <a:lvl1pPr marL="0" indent="0" algn="ctr">
              <a:buNone/>
              <a:defRPr b="1">
                <a:latin typeface="+mj-lt"/>
              </a:defRPr>
            </a:lvl1pPr>
            <a:lvl2pPr marL="266700" indent="0" algn="ctr">
              <a:buNone/>
              <a:defRPr/>
            </a:lvl2pPr>
            <a:lvl3pPr marL="542925" indent="0" algn="ctr">
              <a:buNone/>
              <a:defRPr/>
            </a:lvl3pPr>
            <a:lvl4pPr marL="809625" indent="0" algn="ctr">
              <a:buNone/>
              <a:defRPr/>
            </a:lvl4pPr>
            <a:lvl5pPr marL="1076325" indent="0" algn="ctr">
              <a:buNone/>
              <a:defRPr/>
            </a:lvl5pPr>
          </a:lstStyle>
          <a:p>
            <a:pPr lvl="0" rtl="0"/>
            <a:r>
              <a:rPr lang="ko-KR" altLang="en-US" noProof="0" dirty="0"/>
              <a:t>전체 이름</a:t>
            </a:r>
            <a:endParaRPr lang="ko-KR" altLang="en-ZA" noProof="0" dirty="0"/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5F9CEF5A-8DCE-4156-9138-C113C0D3A79D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9973363" y="4505325"/>
            <a:ext cx="1800000" cy="900113"/>
          </a:xfrm>
        </p:spPr>
        <p:txBody>
          <a:bodyPr rtlCol="0"/>
          <a:lstStyle>
            <a:lvl1pPr marL="0" indent="0" algn="ctr">
              <a:buNone/>
              <a:defRPr/>
            </a:lvl1pPr>
          </a:lstStyle>
          <a:p>
            <a:pPr lvl="0" rtl="0"/>
            <a:r>
              <a:rPr lang="ko-KR" altLang="en-US" noProof="0" dirty="0"/>
              <a:t>제목</a:t>
            </a:r>
            <a:endParaRPr lang="ko-KR" altLang="en-ZA" noProof="0" dirty="0"/>
          </a:p>
        </p:txBody>
      </p:sp>
    </p:spTree>
    <p:extLst>
      <p:ext uri="{BB962C8B-B14F-4D97-AF65-F5344CB8AC3E}">
        <p14:creationId xmlns:p14="http://schemas.microsoft.com/office/powerpoint/2010/main" val="150351056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부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자유형: 도형 28">
            <a:extLst>
              <a:ext uri="{FF2B5EF4-FFF2-40B4-BE49-F238E27FC236}">
                <a16:creationId xmlns:a16="http://schemas.microsoft.com/office/drawing/2014/main" id="{F8AB0F04-910C-4647-AE1C-177C66B50038}"/>
              </a:ext>
            </a:extLst>
          </p:cNvPr>
          <p:cNvSpPr/>
          <p:nvPr userDrawn="1"/>
        </p:nvSpPr>
        <p:spPr>
          <a:xfrm rot="4308689">
            <a:off x="8139110" y="-52404"/>
            <a:ext cx="648657" cy="777553"/>
          </a:xfrm>
          <a:custGeom>
            <a:avLst/>
            <a:gdLst>
              <a:gd name="connsiteX0" fmla="*/ 0 w 648657"/>
              <a:gd name="connsiteY0" fmla="*/ 777553 h 777553"/>
              <a:gd name="connsiteX1" fmla="*/ 255474 w 648657"/>
              <a:gd name="connsiteY1" fmla="*/ 0 h 777553"/>
              <a:gd name="connsiteX2" fmla="*/ 648657 w 648657"/>
              <a:gd name="connsiteY2" fmla="*/ 713937 h 777553"/>
              <a:gd name="connsiteX3" fmla="*/ 0 w 648657"/>
              <a:gd name="connsiteY3" fmla="*/ 777553 h 7775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48657" h="777553">
                <a:moveTo>
                  <a:pt x="0" y="777553"/>
                </a:moveTo>
                <a:lnTo>
                  <a:pt x="255474" y="0"/>
                </a:lnTo>
                <a:lnTo>
                  <a:pt x="648657" y="713937"/>
                </a:lnTo>
                <a:lnTo>
                  <a:pt x="0" y="777553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ZA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7" name="자유형: 도형 26">
            <a:extLst>
              <a:ext uri="{FF2B5EF4-FFF2-40B4-BE49-F238E27FC236}">
                <a16:creationId xmlns:a16="http://schemas.microsoft.com/office/drawing/2014/main" id="{3E72A672-7789-4744-A4CB-D177B890FDE6}"/>
              </a:ext>
            </a:extLst>
          </p:cNvPr>
          <p:cNvSpPr/>
          <p:nvPr userDrawn="1"/>
        </p:nvSpPr>
        <p:spPr>
          <a:xfrm rot="4308689">
            <a:off x="8878526" y="-532562"/>
            <a:ext cx="3571215" cy="3737093"/>
          </a:xfrm>
          <a:custGeom>
            <a:avLst/>
            <a:gdLst>
              <a:gd name="connsiteX0" fmla="*/ 0 w 3571215"/>
              <a:gd name="connsiteY0" fmla="*/ 3023156 h 3737093"/>
              <a:gd name="connsiteX1" fmla="*/ 993291 w 3571215"/>
              <a:gd name="connsiteY1" fmla="*/ 0 h 3737093"/>
              <a:gd name="connsiteX2" fmla="*/ 3571215 w 3571215"/>
              <a:gd name="connsiteY2" fmla="*/ 847006 h 3737093"/>
              <a:gd name="connsiteX3" fmla="*/ 1392370 w 3571215"/>
              <a:gd name="connsiteY3" fmla="*/ 3639100 h 3737093"/>
              <a:gd name="connsiteX4" fmla="*/ 393183 w 3571215"/>
              <a:gd name="connsiteY4" fmla="*/ 3737093 h 3737093"/>
              <a:gd name="connsiteX5" fmla="*/ 0 w 3571215"/>
              <a:gd name="connsiteY5" fmla="*/ 3023156 h 37370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571215" h="3737093">
                <a:moveTo>
                  <a:pt x="0" y="3023156"/>
                </a:moveTo>
                <a:lnTo>
                  <a:pt x="993291" y="0"/>
                </a:lnTo>
                <a:lnTo>
                  <a:pt x="3571215" y="847006"/>
                </a:lnTo>
                <a:lnTo>
                  <a:pt x="1392370" y="3639100"/>
                </a:lnTo>
                <a:lnTo>
                  <a:pt x="393183" y="3737093"/>
                </a:lnTo>
                <a:lnTo>
                  <a:pt x="0" y="3023156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ZA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FC626A5-4FF6-42BD-858A-AE4B2C23A6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ZA" noProof="0" dirty="0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9E5E346-F307-4307-949D-77CDB6E6577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/>
              <a:t>바닥글 추가</a:t>
            </a:r>
            <a:endParaRPr lang="ko-KR" altLang="en-US" dirty="0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B4446C0-A637-4726-88A6-815A6AB63B9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19B51A1E-902D-48AF-9020-955120F399B6}" type="slidenum">
              <a:rPr lang="en-ZA" altLang="ko-KR" smtClean="0"/>
              <a:pPr/>
              <a:t>‹#›</a:t>
            </a:fld>
            <a:endParaRPr lang="ko-KR" altLang="en-US" dirty="0"/>
          </a:p>
        </p:txBody>
      </p:sp>
      <p:sp>
        <p:nvSpPr>
          <p:cNvPr id="14" name="자유형: 도형 13">
            <a:extLst>
              <a:ext uri="{FF2B5EF4-FFF2-40B4-BE49-F238E27FC236}">
                <a16:creationId xmlns:a16="http://schemas.microsoft.com/office/drawing/2014/main" id="{0C7CDA8E-8D79-474E-8278-7D77C867E238}"/>
              </a:ext>
            </a:extLst>
          </p:cNvPr>
          <p:cNvSpPr/>
          <p:nvPr userDrawn="1"/>
        </p:nvSpPr>
        <p:spPr>
          <a:xfrm rot="4308689">
            <a:off x="9191192" y="1651650"/>
            <a:ext cx="1980696" cy="2066510"/>
          </a:xfrm>
          <a:custGeom>
            <a:avLst/>
            <a:gdLst>
              <a:gd name="connsiteX0" fmla="*/ 0 w 1980696"/>
              <a:gd name="connsiteY0" fmla="*/ 2066510 h 2066510"/>
              <a:gd name="connsiteX1" fmla="*/ 1138078 w 1980696"/>
              <a:gd name="connsiteY1" fmla="*/ 0 h 2066510"/>
              <a:gd name="connsiteX2" fmla="*/ 1980696 w 1980696"/>
              <a:gd name="connsiteY2" fmla="*/ 1530016 h 2066510"/>
              <a:gd name="connsiteX3" fmla="*/ 1459417 w 1980696"/>
              <a:gd name="connsiteY3" fmla="*/ 2066510 h 20665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80696" h="2066510">
                <a:moveTo>
                  <a:pt x="0" y="2066510"/>
                </a:moveTo>
                <a:lnTo>
                  <a:pt x="1138078" y="0"/>
                </a:lnTo>
                <a:lnTo>
                  <a:pt x="1980696" y="1530016"/>
                </a:lnTo>
                <a:lnTo>
                  <a:pt x="1459417" y="206651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ZA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9" name="자유형: 도형 18">
            <a:extLst>
              <a:ext uri="{FF2B5EF4-FFF2-40B4-BE49-F238E27FC236}">
                <a16:creationId xmlns:a16="http://schemas.microsoft.com/office/drawing/2014/main" id="{ABD99355-65C1-4211-9E82-3D41ACE0AE17}"/>
              </a:ext>
            </a:extLst>
          </p:cNvPr>
          <p:cNvSpPr/>
          <p:nvPr userDrawn="1"/>
        </p:nvSpPr>
        <p:spPr>
          <a:xfrm rot="13830869">
            <a:off x="9457431" y="3977898"/>
            <a:ext cx="346713" cy="206124"/>
          </a:xfrm>
          <a:custGeom>
            <a:avLst/>
            <a:gdLst>
              <a:gd name="connsiteX0" fmla="*/ 346713 w 346713"/>
              <a:gd name="connsiteY0" fmla="*/ 206124 h 206124"/>
              <a:gd name="connsiteX1" fmla="*/ 0 w 346713"/>
              <a:gd name="connsiteY1" fmla="*/ 206124 h 206124"/>
              <a:gd name="connsiteX2" fmla="*/ 86666 w 346713"/>
              <a:gd name="connsiteY2" fmla="*/ 0 h 206124"/>
              <a:gd name="connsiteX3" fmla="*/ 346713 w 346713"/>
              <a:gd name="connsiteY3" fmla="*/ 206124 h 2061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46713" h="206124">
                <a:moveTo>
                  <a:pt x="346713" y="206124"/>
                </a:moveTo>
                <a:lnTo>
                  <a:pt x="0" y="206124"/>
                </a:lnTo>
                <a:lnTo>
                  <a:pt x="86666" y="0"/>
                </a:lnTo>
                <a:lnTo>
                  <a:pt x="346713" y="206124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ZA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8" name="자유형: 도형 17">
            <a:extLst>
              <a:ext uri="{FF2B5EF4-FFF2-40B4-BE49-F238E27FC236}">
                <a16:creationId xmlns:a16="http://schemas.microsoft.com/office/drawing/2014/main" id="{F459E701-5FEF-4918-8F3A-04E29BF09009}"/>
              </a:ext>
            </a:extLst>
          </p:cNvPr>
          <p:cNvSpPr/>
          <p:nvPr userDrawn="1"/>
        </p:nvSpPr>
        <p:spPr>
          <a:xfrm rot="12431080">
            <a:off x="9528615" y="3713859"/>
            <a:ext cx="710669" cy="335543"/>
          </a:xfrm>
          <a:custGeom>
            <a:avLst/>
            <a:gdLst>
              <a:gd name="connsiteX0" fmla="*/ 710669 w 710669"/>
              <a:gd name="connsiteY0" fmla="*/ 176660 h 335543"/>
              <a:gd name="connsiteX1" fmla="*/ 0 w 710669"/>
              <a:gd name="connsiteY1" fmla="*/ 335543 h 335543"/>
              <a:gd name="connsiteX2" fmla="*/ 141082 w 710669"/>
              <a:gd name="connsiteY2" fmla="*/ 0 h 335543"/>
              <a:gd name="connsiteX3" fmla="*/ 487795 w 710669"/>
              <a:gd name="connsiteY3" fmla="*/ 0 h 335543"/>
              <a:gd name="connsiteX4" fmla="*/ 710669 w 710669"/>
              <a:gd name="connsiteY4" fmla="*/ 176660 h 3355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10669" h="335543">
                <a:moveTo>
                  <a:pt x="710669" y="176660"/>
                </a:moveTo>
                <a:lnTo>
                  <a:pt x="0" y="335543"/>
                </a:lnTo>
                <a:lnTo>
                  <a:pt x="141082" y="0"/>
                </a:lnTo>
                <a:lnTo>
                  <a:pt x="487795" y="0"/>
                </a:lnTo>
                <a:lnTo>
                  <a:pt x="710669" y="17666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ZA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0" name="자유형: 도형 19">
            <a:extLst>
              <a:ext uri="{FF2B5EF4-FFF2-40B4-BE49-F238E27FC236}">
                <a16:creationId xmlns:a16="http://schemas.microsoft.com/office/drawing/2014/main" id="{8550A0A6-1197-4153-9800-69D58909D0C7}"/>
              </a:ext>
            </a:extLst>
          </p:cNvPr>
          <p:cNvSpPr/>
          <p:nvPr userDrawn="1"/>
        </p:nvSpPr>
        <p:spPr>
          <a:xfrm rot="4308689">
            <a:off x="8785444" y="1075879"/>
            <a:ext cx="1246227" cy="1580187"/>
          </a:xfrm>
          <a:custGeom>
            <a:avLst/>
            <a:gdLst>
              <a:gd name="connsiteX0" fmla="*/ 0 w 1980696"/>
              <a:gd name="connsiteY0" fmla="*/ 2066510 h 2066510"/>
              <a:gd name="connsiteX1" fmla="*/ 1138078 w 1980696"/>
              <a:gd name="connsiteY1" fmla="*/ 0 h 2066510"/>
              <a:gd name="connsiteX2" fmla="*/ 1980696 w 1980696"/>
              <a:gd name="connsiteY2" fmla="*/ 1530016 h 2066510"/>
              <a:gd name="connsiteX3" fmla="*/ 1459417 w 1980696"/>
              <a:gd name="connsiteY3" fmla="*/ 2066510 h 2066510"/>
              <a:gd name="connsiteX0" fmla="*/ 0 w 1980696"/>
              <a:gd name="connsiteY0" fmla="*/ 1680311 h 1680311"/>
              <a:gd name="connsiteX1" fmla="*/ 1337031 w 1980696"/>
              <a:gd name="connsiteY1" fmla="*/ 0 h 1680311"/>
              <a:gd name="connsiteX2" fmla="*/ 1980696 w 1980696"/>
              <a:gd name="connsiteY2" fmla="*/ 1143817 h 1680311"/>
              <a:gd name="connsiteX3" fmla="*/ 1459417 w 1980696"/>
              <a:gd name="connsiteY3" fmla="*/ 1680311 h 1680311"/>
              <a:gd name="connsiteX4" fmla="*/ 0 w 1980696"/>
              <a:gd name="connsiteY4" fmla="*/ 1680311 h 1680311"/>
              <a:gd name="connsiteX0" fmla="*/ 0 w 1459417"/>
              <a:gd name="connsiteY0" fmla="*/ 1680311 h 1680311"/>
              <a:gd name="connsiteX1" fmla="*/ 1337031 w 1459417"/>
              <a:gd name="connsiteY1" fmla="*/ 0 h 1680311"/>
              <a:gd name="connsiteX2" fmla="*/ 1360698 w 1459417"/>
              <a:gd name="connsiteY2" fmla="*/ 208215 h 1680311"/>
              <a:gd name="connsiteX3" fmla="*/ 1459417 w 1459417"/>
              <a:gd name="connsiteY3" fmla="*/ 1680311 h 1680311"/>
              <a:gd name="connsiteX4" fmla="*/ 0 w 1459417"/>
              <a:gd name="connsiteY4" fmla="*/ 1680311 h 1680311"/>
              <a:gd name="connsiteX0" fmla="*/ 0 w 1360698"/>
              <a:gd name="connsiteY0" fmla="*/ 1680311 h 1688402"/>
              <a:gd name="connsiteX1" fmla="*/ 1337031 w 1360698"/>
              <a:gd name="connsiteY1" fmla="*/ 0 h 1688402"/>
              <a:gd name="connsiteX2" fmla="*/ 1360698 w 1360698"/>
              <a:gd name="connsiteY2" fmla="*/ 208215 h 1688402"/>
              <a:gd name="connsiteX3" fmla="*/ 278710 w 1360698"/>
              <a:gd name="connsiteY3" fmla="*/ 1688402 h 1688402"/>
              <a:gd name="connsiteX4" fmla="*/ 0 w 1360698"/>
              <a:gd name="connsiteY4" fmla="*/ 1680311 h 1688402"/>
              <a:gd name="connsiteX0" fmla="*/ 0 w 1360698"/>
              <a:gd name="connsiteY0" fmla="*/ 1680311 h 1698354"/>
              <a:gd name="connsiteX1" fmla="*/ 1337031 w 1360698"/>
              <a:gd name="connsiteY1" fmla="*/ 0 h 1698354"/>
              <a:gd name="connsiteX2" fmla="*/ 1360698 w 1360698"/>
              <a:gd name="connsiteY2" fmla="*/ 208215 h 1698354"/>
              <a:gd name="connsiteX3" fmla="*/ 415804 w 1360698"/>
              <a:gd name="connsiteY3" fmla="*/ 1698354 h 1698354"/>
              <a:gd name="connsiteX4" fmla="*/ 0 w 1360698"/>
              <a:gd name="connsiteY4" fmla="*/ 1680311 h 1698354"/>
              <a:gd name="connsiteX0" fmla="*/ 0 w 1360698"/>
              <a:gd name="connsiteY0" fmla="*/ 1556337 h 1574380"/>
              <a:gd name="connsiteX1" fmla="*/ 1226116 w 1360698"/>
              <a:gd name="connsiteY1" fmla="*/ 0 h 1574380"/>
              <a:gd name="connsiteX2" fmla="*/ 1360698 w 1360698"/>
              <a:gd name="connsiteY2" fmla="*/ 84241 h 1574380"/>
              <a:gd name="connsiteX3" fmla="*/ 415804 w 1360698"/>
              <a:gd name="connsiteY3" fmla="*/ 1574380 h 1574380"/>
              <a:gd name="connsiteX4" fmla="*/ 0 w 1360698"/>
              <a:gd name="connsiteY4" fmla="*/ 1556337 h 1574380"/>
              <a:gd name="connsiteX0" fmla="*/ 0 w 1303560"/>
              <a:gd name="connsiteY0" fmla="*/ 1556337 h 1574380"/>
              <a:gd name="connsiteX1" fmla="*/ 1226116 w 1303560"/>
              <a:gd name="connsiteY1" fmla="*/ 0 h 1574380"/>
              <a:gd name="connsiteX2" fmla="*/ 1303560 w 1303560"/>
              <a:gd name="connsiteY2" fmla="*/ 105569 h 1574380"/>
              <a:gd name="connsiteX3" fmla="*/ 415804 w 1303560"/>
              <a:gd name="connsiteY3" fmla="*/ 1574380 h 1574380"/>
              <a:gd name="connsiteX4" fmla="*/ 0 w 1303560"/>
              <a:gd name="connsiteY4" fmla="*/ 1556337 h 1574380"/>
              <a:gd name="connsiteX0" fmla="*/ 0 w 1246227"/>
              <a:gd name="connsiteY0" fmla="*/ 1580187 h 1580187"/>
              <a:gd name="connsiteX1" fmla="*/ 1168783 w 1246227"/>
              <a:gd name="connsiteY1" fmla="*/ 0 h 1580187"/>
              <a:gd name="connsiteX2" fmla="*/ 1246227 w 1246227"/>
              <a:gd name="connsiteY2" fmla="*/ 105569 h 1580187"/>
              <a:gd name="connsiteX3" fmla="*/ 358471 w 1246227"/>
              <a:gd name="connsiteY3" fmla="*/ 1574380 h 1580187"/>
              <a:gd name="connsiteX4" fmla="*/ 0 w 1246227"/>
              <a:gd name="connsiteY4" fmla="*/ 1580187 h 15801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46227" h="1580187">
                <a:moveTo>
                  <a:pt x="0" y="1580187"/>
                </a:moveTo>
                <a:lnTo>
                  <a:pt x="1168783" y="0"/>
                </a:lnTo>
                <a:lnTo>
                  <a:pt x="1246227" y="105569"/>
                </a:lnTo>
                <a:lnTo>
                  <a:pt x="358471" y="1574380"/>
                </a:lnTo>
                <a:lnTo>
                  <a:pt x="0" y="1580187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ZA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4" name="자유형: 도형 23">
            <a:extLst>
              <a:ext uri="{FF2B5EF4-FFF2-40B4-BE49-F238E27FC236}">
                <a16:creationId xmlns:a16="http://schemas.microsoft.com/office/drawing/2014/main" id="{4F0A2415-21FA-4B06-89CA-A379C8C2E262}"/>
              </a:ext>
            </a:extLst>
          </p:cNvPr>
          <p:cNvSpPr/>
          <p:nvPr userDrawn="1"/>
        </p:nvSpPr>
        <p:spPr>
          <a:xfrm rot="17193105">
            <a:off x="11374788" y="2846425"/>
            <a:ext cx="243160" cy="406553"/>
          </a:xfrm>
          <a:custGeom>
            <a:avLst/>
            <a:gdLst>
              <a:gd name="connsiteX0" fmla="*/ 243160 w 243160"/>
              <a:gd name="connsiteY0" fmla="*/ 342071 h 406553"/>
              <a:gd name="connsiteX1" fmla="*/ 156493 w 243160"/>
              <a:gd name="connsiteY1" fmla="*/ 406553 h 406553"/>
              <a:gd name="connsiteX2" fmla="*/ 0 w 243160"/>
              <a:gd name="connsiteY2" fmla="*/ 0 h 406553"/>
              <a:gd name="connsiteX3" fmla="*/ 243160 w 243160"/>
              <a:gd name="connsiteY3" fmla="*/ 342071 h 4065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43160" h="406553">
                <a:moveTo>
                  <a:pt x="243160" y="342071"/>
                </a:moveTo>
                <a:lnTo>
                  <a:pt x="156493" y="406553"/>
                </a:lnTo>
                <a:lnTo>
                  <a:pt x="0" y="0"/>
                </a:lnTo>
                <a:lnTo>
                  <a:pt x="243160" y="342071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ZA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3" name="자유형: 도형 22">
            <a:extLst>
              <a:ext uri="{FF2B5EF4-FFF2-40B4-BE49-F238E27FC236}">
                <a16:creationId xmlns:a16="http://schemas.microsoft.com/office/drawing/2014/main" id="{FF9CE8FE-77D6-45E0-BBF7-78F07AC29771}"/>
              </a:ext>
            </a:extLst>
          </p:cNvPr>
          <p:cNvSpPr/>
          <p:nvPr userDrawn="1"/>
        </p:nvSpPr>
        <p:spPr>
          <a:xfrm rot="17193105">
            <a:off x="10879052" y="2627354"/>
            <a:ext cx="692798" cy="510610"/>
          </a:xfrm>
          <a:custGeom>
            <a:avLst/>
            <a:gdLst>
              <a:gd name="connsiteX0" fmla="*/ 692798 w 692798"/>
              <a:gd name="connsiteY0" fmla="*/ 224339 h 510610"/>
              <a:gd name="connsiteX1" fmla="*/ 308036 w 692798"/>
              <a:gd name="connsiteY1" fmla="*/ 510610 h 510610"/>
              <a:gd name="connsiteX2" fmla="*/ 64876 w 692798"/>
              <a:gd name="connsiteY2" fmla="*/ 168539 h 510610"/>
              <a:gd name="connsiteX3" fmla="*/ 0 w 692798"/>
              <a:gd name="connsiteY3" fmla="*/ 0 h 510610"/>
              <a:gd name="connsiteX4" fmla="*/ 692798 w 692798"/>
              <a:gd name="connsiteY4" fmla="*/ 224339 h 5106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92798" h="510610">
                <a:moveTo>
                  <a:pt x="692798" y="224339"/>
                </a:moveTo>
                <a:lnTo>
                  <a:pt x="308036" y="510610"/>
                </a:lnTo>
                <a:lnTo>
                  <a:pt x="64876" y="168539"/>
                </a:lnTo>
                <a:lnTo>
                  <a:pt x="0" y="0"/>
                </a:lnTo>
                <a:lnTo>
                  <a:pt x="692798" y="224339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ZA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3" name="텍스트 개체 틀 8">
            <a:extLst>
              <a:ext uri="{FF2B5EF4-FFF2-40B4-BE49-F238E27FC236}">
                <a16:creationId xmlns:a16="http://schemas.microsoft.com/office/drawing/2014/main" id="{37BBBFC2-32EB-4335-9980-A7CF236703B3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31800" y="1080000"/>
            <a:ext cx="11339513" cy="276561"/>
          </a:xfrm>
        </p:spPr>
        <p:txBody>
          <a:bodyPr rtlCol="0"/>
          <a:lstStyle>
            <a:lvl1pPr marL="0" indent="0">
              <a:buNone/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266700" indent="0">
              <a:buNone/>
              <a:defRPr/>
            </a:lvl2pPr>
            <a:lvl3pPr marL="542925" indent="0">
              <a:buNone/>
              <a:defRPr/>
            </a:lvl3pPr>
            <a:lvl4pPr marL="809625" indent="0">
              <a:buNone/>
              <a:defRPr/>
            </a:lvl4pPr>
            <a:lvl5pPr marL="1076325" indent="0">
              <a:buNone/>
              <a:defRPr/>
            </a:lvl5pPr>
          </a:lstStyle>
          <a:p>
            <a:pPr lvl="0" rtl="0"/>
            <a:r>
              <a:rPr lang="ko-KR" altLang="en-US" noProof="0" dirty="0"/>
              <a:t>하위 머리글​​</a:t>
            </a:r>
            <a:endParaRPr lang="ko-KR" altLang="en-ZA" noProof="0" dirty="0"/>
          </a:p>
        </p:txBody>
      </p:sp>
    </p:spTree>
    <p:extLst>
      <p:ext uri="{BB962C8B-B14F-4D97-AF65-F5344CB8AC3E}">
        <p14:creationId xmlns:p14="http://schemas.microsoft.com/office/powerpoint/2010/main" val="150585527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자유형: 도형 14">
            <a:extLst>
              <a:ext uri="{FF2B5EF4-FFF2-40B4-BE49-F238E27FC236}">
                <a16:creationId xmlns:a16="http://schemas.microsoft.com/office/drawing/2014/main" id="{B29137C9-7B18-454C-AB56-2B4631DFE59D}"/>
              </a:ext>
            </a:extLst>
          </p:cNvPr>
          <p:cNvSpPr/>
          <p:nvPr userDrawn="1"/>
        </p:nvSpPr>
        <p:spPr>
          <a:xfrm rot="14199158">
            <a:off x="10161654" y="-236402"/>
            <a:ext cx="1957093" cy="1399810"/>
          </a:xfrm>
          <a:custGeom>
            <a:avLst/>
            <a:gdLst>
              <a:gd name="connsiteX0" fmla="*/ 0 w 3571215"/>
              <a:gd name="connsiteY0" fmla="*/ 3023156 h 3737093"/>
              <a:gd name="connsiteX1" fmla="*/ 993291 w 3571215"/>
              <a:gd name="connsiteY1" fmla="*/ 0 h 3737093"/>
              <a:gd name="connsiteX2" fmla="*/ 3571215 w 3571215"/>
              <a:gd name="connsiteY2" fmla="*/ 847006 h 3737093"/>
              <a:gd name="connsiteX3" fmla="*/ 1392370 w 3571215"/>
              <a:gd name="connsiteY3" fmla="*/ 3639100 h 3737093"/>
              <a:gd name="connsiteX4" fmla="*/ 393183 w 3571215"/>
              <a:gd name="connsiteY4" fmla="*/ 3737093 h 3737093"/>
              <a:gd name="connsiteX5" fmla="*/ 0 w 3571215"/>
              <a:gd name="connsiteY5" fmla="*/ 3023156 h 3737093"/>
              <a:gd name="connsiteX0" fmla="*/ 0 w 3571215"/>
              <a:gd name="connsiteY0" fmla="*/ 2176150 h 2890087"/>
              <a:gd name="connsiteX1" fmla="*/ 2472666 w 3571215"/>
              <a:gd name="connsiteY1" fmla="*/ 36067 h 2890087"/>
              <a:gd name="connsiteX2" fmla="*/ 3571215 w 3571215"/>
              <a:gd name="connsiteY2" fmla="*/ 0 h 2890087"/>
              <a:gd name="connsiteX3" fmla="*/ 1392370 w 3571215"/>
              <a:gd name="connsiteY3" fmla="*/ 2792094 h 2890087"/>
              <a:gd name="connsiteX4" fmla="*/ 393183 w 3571215"/>
              <a:gd name="connsiteY4" fmla="*/ 2890087 h 2890087"/>
              <a:gd name="connsiteX5" fmla="*/ 0 w 3571215"/>
              <a:gd name="connsiteY5" fmla="*/ 2176150 h 2890087"/>
              <a:gd name="connsiteX0" fmla="*/ 0 w 3571215"/>
              <a:gd name="connsiteY0" fmla="*/ 2176150 h 2890087"/>
              <a:gd name="connsiteX1" fmla="*/ 2472666 w 3571215"/>
              <a:gd name="connsiteY1" fmla="*/ 36067 h 2890087"/>
              <a:gd name="connsiteX2" fmla="*/ 3571215 w 3571215"/>
              <a:gd name="connsiteY2" fmla="*/ 0 h 2890087"/>
              <a:gd name="connsiteX3" fmla="*/ 2626822 w 3571215"/>
              <a:gd name="connsiteY3" fmla="*/ 1399810 h 2890087"/>
              <a:gd name="connsiteX4" fmla="*/ 393183 w 3571215"/>
              <a:gd name="connsiteY4" fmla="*/ 2890087 h 2890087"/>
              <a:gd name="connsiteX5" fmla="*/ 0 w 3571215"/>
              <a:gd name="connsiteY5" fmla="*/ 2176150 h 2890087"/>
              <a:gd name="connsiteX0" fmla="*/ 0 w 3571215"/>
              <a:gd name="connsiteY0" fmla="*/ 2176150 h 2176150"/>
              <a:gd name="connsiteX1" fmla="*/ 2472666 w 3571215"/>
              <a:gd name="connsiteY1" fmla="*/ 36067 h 2176150"/>
              <a:gd name="connsiteX2" fmla="*/ 3571215 w 3571215"/>
              <a:gd name="connsiteY2" fmla="*/ 0 h 2176150"/>
              <a:gd name="connsiteX3" fmla="*/ 2626822 w 3571215"/>
              <a:gd name="connsiteY3" fmla="*/ 1399810 h 2176150"/>
              <a:gd name="connsiteX4" fmla="*/ 2309686 w 3571215"/>
              <a:gd name="connsiteY4" fmla="*/ 820126 h 2176150"/>
              <a:gd name="connsiteX5" fmla="*/ 0 w 3571215"/>
              <a:gd name="connsiteY5" fmla="*/ 2176150 h 2176150"/>
              <a:gd name="connsiteX0" fmla="*/ 0 w 1957093"/>
              <a:gd name="connsiteY0" fmla="*/ 318772 h 1399810"/>
              <a:gd name="connsiteX1" fmla="*/ 858544 w 1957093"/>
              <a:gd name="connsiteY1" fmla="*/ 36067 h 1399810"/>
              <a:gd name="connsiteX2" fmla="*/ 1957093 w 1957093"/>
              <a:gd name="connsiteY2" fmla="*/ 0 h 1399810"/>
              <a:gd name="connsiteX3" fmla="*/ 1012700 w 1957093"/>
              <a:gd name="connsiteY3" fmla="*/ 1399810 h 1399810"/>
              <a:gd name="connsiteX4" fmla="*/ 695564 w 1957093"/>
              <a:gd name="connsiteY4" fmla="*/ 820126 h 1399810"/>
              <a:gd name="connsiteX5" fmla="*/ 0 w 1957093"/>
              <a:gd name="connsiteY5" fmla="*/ 318772 h 1399810"/>
              <a:gd name="connsiteX0" fmla="*/ 0 w 1957093"/>
              <a:gd name="connsiteY0" fmla="*/ 318772 h 1399810"/>
              <a:gd name="connsiteX1" fmla="*/ 858544 w 1957093"/>
              <a:gd name="connsiteY1" fmla="*/ 36067 h 1399810"/>
              <a:gd name="connsiteX2" fmla="*/ 1957093 w 1957093"/>
              <a:gd name="connsiteY2" fmla="*/ 0 h 1399810"/>
              <a:gd name="connsiteX3" fmla="*/ 1012700 w 1957093"/>
              <a:gd name="connsiteY3" fmla="*/ 1399810 h 1399810"/>
              <a:gd name="connsiteX4" fmla="*/ 172487 w 1957093"/>
              <a:gd name="connsiteY4" fmla="*/ 1221089 h 1399810"/>
              <a:gd name="connsiteX5" fmla="*/ 0 w 1957093"/>
              <a:gd name="connsiteY5" fmla="*/ 318772 h 13998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957093" h="1399810">
                <a:moveTo>
                  <a:pt x="0" y="318772"/>
                </a:moveTo>
                <a:lnTo>
                  <a:pt x="858544" y="36067"/>
                </a:lnTo>
                <a:lnTo>
                  <a:pt x="1957093" y="0"/>
                </a:lnTo>
                <a:lnTo>
                  <a:pt x="1012700" y="1399810"/>
                </a:lnTo>
                <a:lnTo>
                  <a:pt x="172487" y="1221089"/>
                </a:lnTo>
                <a:lnTo>
                  <a:pt x="0" y="318772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ZA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4" name="자유형: 도형 13">
            <a:extLst>
              <a:ext uri="{FF2B5EF4-FFF2-40B4-BE49-F238E27FC236}">
                <a16:creationId xmlns:a16="http://schemas.microsoft.com/office/drawing/2014/main" id="{0C7CDA8E-8D79-474E-8278-7D77C867E238}"/>
              </a:ext>
            </a:extLst>
          </p:cNvPr>
          <p:cNvSpPr/>
          <p:nvPr userDrawn="1"/>
        </p:nvSpPr>
        <p:spPr>
          <a:xfrm rot="6973557">
            <a:off x="9799840" y="198216"/>
            <a:ext cx="748251" cy="780669"/>
          </a:xfrm>
          <a:custGeom>
            <a:avLst/>
            <a:gdLst>
              <a:gd name="connsiteX0" fmla="*/ 0 w 1980696"/>
              <a:gd name="connsiteY0" fmla="*/ 2066510 h 2066510"/>
              <a:gd name="connsiteX1" fmla="*/ 1138078 w 1980696"/>
              <a:gd name="connsiteY1" fmla="*/ 0 h 2066510"/>
              <a:gd name="connsiteX2" fmla="*/ 1980696 w 1980696"/>
              <a:gd name="connsiteY2" fmla="*/ 1530016 h 2066510"/>
              <a:gd name="connsiteX3" fmla="*/ 1459417 w 1980696"/>
              <a:gd name="connsiteY3" fmla="*/ 2066510 h 20665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80696" h="2066510">
                <a:moveTo>
                  <a:pt x="0" y="2066510"/>
                </a:moveTo>
                <a:lnTo>
                  <a:pt x="1138078" y="0"/>
                </a:lnTo>
                <a:lnTo>
                  <a:pt x="1980696" y="1530016"/>
                </a:lnTo>
                <a:lnTo>
                  <a:pt x="1459417" y="206651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ZA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FC626A5-4FF6-42BD-858A-AE4B2C23A6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ZA" noProof="0" dirty="0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9E5E346-F307-4307-949D-77CDB6E6577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/>
              <a:t>바닥글 추가</a:t>
            </a:r>
            <a:endParaRPr lang="ko-KR" altLang="en-US" dirty="0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B4446C0-A637-4726-88A6-815A6AB63B9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19B51A1E-902D-48AF-9020-955120F399B6}" type="slidenum">
              <a:rPr lang="en-ZA" altLang="ko-KR" smtClean="0"/>
              <a:pPr/>
              <a:t>‹#›</a:t>
            </a:fld>
            <a:endParaRPr lang="ko-KR" altLang="en-US" dirty="0"/>
          </a:p>
        </p:txBody>
      </p:sp>
      <p:sp>
        <p:nvSpPr>
          <p:cNvPr id="24" name="자유형: 도형 23">
            <a:extLst>
              <a:ext uri="{FF2B5EF4-FFF2-40B4-BE49-F238E27FC236}">
                <a16:creationId xmlns:a16="http://schemas.microsoft.com/office/drawing/2014/main" id="{4F0A2415-21FA-4B06-89CA-A379C8C2E262}"/>
              </a:ext>
            </a:extLst>
          </p:cNvPr>
          <p:cNvSpPr/>
          <p:nvPr userDrawn="1"/>
        </p:nvSpPr>
        <p:spPr>
          <a:xfrm rot="5483574">
            <a:off x="9854193" y="808595"/>
            <a:ext cx="243160" cy="406553"/>
          </a:xfrm>
          <a:custGeom>
            <a:avLst/>
            <a:gdLst>
              <a:gd name="connsiteX0" fmla="*/ 243160 w 243160"/>
              <a:gd name="connsiteY0" fmla="*/ 342071 h 406553"/>
              <a:gd name="connsiteX1" fmla="*/ 156493 w 243160"/>
              <a:gd name="connsiteY1" fmla="*/ 406553 h 406553"/>
              <a:gd name="connsiteX2" fmla="*/ 0 w 243160"/>
              <a:gd name="connsiteY2" fmla="*/ 0 h 406553"/>
              <a:gd name="connsiteX3" fmla="*/ 243160 w 243160"/>
              <a:gd name="connsiteY3" fmla="*/ 342071 h 4065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43160" h="406553">
                <a:moveTo>
                  <a:pt x="243160" y="342071"/>
                </a:moveTo>
                <a:lnTo>
                  <a:pt x="156493" y="406553"/>
                </a:lnTo>
                <a:lnTo>
                  <a:pt x="0" y="0"/>
                </a:lnTo>
                <a:lnTo>
                  <a:pt x="243160" y="342071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ZA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2" name="자유형: 도형 21">
            <a:extLst>
              <a:ext uri="{FF2B5EF4-FFF2-40B4-BE49-F238E27FC236}">
                <a16:creationId xmlns:a16="http://schemas.microsoft.com/office/drawing/2014/main" id="{9AACAC53-33A6-4BBC-8C68-0C56D0B39F57}"/>
              </a:ext>
            </a:extLst>
          </p:cNvPr>
          <p:cNvSpPr/>
          <p:nvPr userDrawn="1"/>
        </p:nvSpPr>
        <p:spPr>
          <a:xfrm rot="14235708">
            <a:off x="11753205" y="112024"/>
            <a:ext cx="332291" cy="247882"/>
          </a:xfrm>
          <a:custGeom>
            <a:avLst/>
            <a:gdLst>
              <a:gd name="connsiteX0" fmla="*/ 0 w 3571215"/>
              <a:gd name="connsiteY0" fmla="*/ 3023156 h 3737093"/>
              <a:gd name="connsiteX1" fmla="*/ 993291 w 3571215"/>
              <a:gd name="connsiteY1" fmla="*/ 0 h 3737093"/>
              <a:gd name="connsiteX2" fmla="*/ 3571215 w 3571215"/>
              <a:gd name="connsiteY2" fmla="*/ 847006 h 3737093"/>
              <a:gd name="connsiteX3" fmla="*/ 1392370 w 3571215"/>
              <a:gd name="connsiteY3" fmla="*/ 3639100 h 3737093"/>
              <a:gd name="connsiteX4" fmla="*/ 393183 w 3571215"/>
              <a:gd name="connsiteY4" fmla="*/ 3737093 h 3737093"/>
              <a:gd name="connsiteX5" fmla="*/ 0 w 3571215"/>
              <a:gd name="connsiteY5" fmla="*/ 3023156 h 3737093"/>
              <a:gd name="connsiteX0" fmla="*/ 0 w 3571215"/>
              <a:gd name="connsiteY0" fmla="*/ 2176150 h 2890087"/>
              <a:gd name="connsiteX1" fmla="*/ 2472666 w 3571215"/>
              <a:gd name="connsiteY1" fmla="*/ 36067 h 2890087"/>
              <a:gd name="connsiteX2" fmla="*/ 3571215 w 3571215"/>
              <a:gd name="connsiteY2" fmla="*/ 0 h 2890087"/>
              <a:gd name="connsiteX3" fmla="*/ 1392370 w 3571215"/>
              <a:gd name="connsiteY3" fmla="*/ 2792094 h 2890087"/>
              <a:gd name="connsiteX4" fmla="*/ 393183 w 3571215"/>
              <a:gd name="connsiteY4" fmla="*/ 2890087 h 2890087"/>
              <a:gd name="connsiteX5" fmla="*/ 0 w 3571215"/>
              <a:gd name="connsiteY5" fmla="*/ 2176150 h 2890087"/>
              <a:gd name="connsiteX0" fmla="*/ 0 w 3571215"/>
              <a:gd name="connsiteY0" fmla="*/ 2176150 h 2890087"/>
              <a:gd name="connsiteX1" fmla="*/ 2472666 w 3571215"/>
              <a:gd name="connsiteY1" fmla="*/ 36067 h 2890087"/>
              <a:gd name="connsiteX2" fmla="*/ 3571215 w 3571215"/>
              <a:gd name="connsiteY2" fmla="*/ 0 h 2890087"/>
              <a:gd name="connsiteX3" fmla="*/ 2626822 w 3571215"/>
              <a:gd name="connsiteY3" fmla="*/ 1399810 h 2890087"/>
              <a:gd name="connsiteX4" fmla="*/ 393183 w 3571215"/>
              <a:gd name="connsiteY4" fmla="*/ 2890087 h 2890087"/>
              <a:gd name="connsiteX5" fmla="*/ 0 w 3571215"/>
              <a:gd name="connsiteY5" fmla="*/ 2176150 h 2890087"/>
              <a:gd name="connsiteX0" fmla="*/ 0 w 3571215"/>
              <a:gd name="connsiteY0" fmla="*/ 2176150 h 2176150"/>
              <a:gd name="connsiteX1" fmla="*/ 2472666 w 3571215"/>
              <a:gd name="connsiteY1" fmla="*/ 36067 h 2176150"/>
              <a:gd name="connsiteX2" fmla="*/ 3571215 w 3571215"/>
              <a:gd name="connsiteY2" fmla="*/ 0 h 2176150"/>
              <a:gd name="connsiteX3" fmla="*/ 2626822 w 3571215"/>
              <a:gd name="connsiteY3" fmla="*/ 1399810 h 2176150"/>
              <a:gd name="connsiteX4" fmla="*/ 2309686 w 3571215"/>
              <a:gd name="connsiteY4" fmla="*/ 820126 h 2176150"/>
              <a:gd name="connsiteX5" fmla="*/ 0 w 3571215"/>
              <a:gd name="connsiteY5" fmla="*/ 2176150 h 2176150"/>
              <a:gd name="connsiteX0" fmla="*/ 0 w 1957093"/>
              <a:gd name="connsiteY0" fmla="*/ 318772 h 1399810"/>
              <a:gd name="connsiteX1" fmla="*/ 858544 w 1957093"/>
              <a:gd name="connsiteY1" fmla="*/ 36067 h 1399810"/>
              <a:gd name="connsiteX2" fmla="*/ 1957093 w 1957093"/>
              <a:gd name="connsiteY2" fmla="*/ 0 h 1399810"/>
              <a:gd name="connsiteX3" fmla="*/ 1012700 w 1957093"/>
              <a:gd name="connsiteY3" fmla="*/ 1399810 h 1399810"/>
              <a:gd name="connsiteX4" fmla="*/ 695564 w 1957093"/>
              <a:gd name="connsiteY4" fmla="*/ 820126 h 1399810"/>
              <a:gd name="connsiteX5" fmla="*/ 0 w 1957093"/>
              <a:gd name="connsiteY5" fmla="*/ 318772 h 1399810"/>
              <a:gd name="connsiteX0" fmla="*/ 0 w 1957093"/>
              <a:gd name="connsiteY0" fmla="*/ 318772 h 1399810"/>
              <a:gd name="connsiteX1" fmla="*/ 858544 w 1957093"/>
              <a:gd name="connsiteY1" fmla="*/ 36067 h 1399810"/>
              <a:gd name="connsiteX2" fmla="*/ 1957093 w 1957093"/>
              <a:gd name="connsiteY2" fmla="*/ 0 h 1399810"/>
              <a:gd name="connsiteX3" fmla="*/ 1012700 w 1957093"/>
              <a:gd name="connsiteY3" fmla="*/ 1399810 h 1399810"/>
              <a:gd name="connsiteX4" fmla="*/ 172487 w 1957093"/>
              <a:gd name="connsiteY4" fmla="*/ 1221089 h 1399810"/>
              <a:gd name="connsiteX5" fmla="*/ 0 w 1957093"/>
              <a:gd name="connsiteY5" fmla="*/ 318772 h 1399810"/>
              <a:gd name="connsiteX0" fmla="*/ 0 w 1449157"/>
              <a:gd name="connsiteY0" fmla="*/ 282705 h 1363743"/>
              <a:gd name="connsiteX1" fmla="*/ 858544 w 1449157"/>
              <a:gd name="connsiteY1" fmla="*/ 0 h 1363743"/>
              <a:gd name="connsiteX2" fmla="*/ 1449157 w 1449157"/>
              <a:gd name="connsiteY2" fmla="*/ 715834 h 1363743"/>
              <a:gd name="connsiteX3" fmla="*/ 1012700 w 1449157"/>
              <a:gd name="connsiteY3" fmla="*/ 1363743 h 1363743"/>
              <a:gd name="connsiteX4" fmla="*/ 172487 w 1449157"/>
              <a:gd name="connsiteY4" fmla="*/ 1185022 h 1363743"/>
              <a:gd name="connsiteX5" fmla="*/ 0 w 1449157"/>
              <a:gd name="connsiteY5" fmla="*/ 282705 h 1363743"/>
              <a:gd name="connsiteX0" fmla="*/ 0 w 1449157"/>
              <a:gd name="connsiteY0" fmla="*/ 0 h 1081038"/>
              <a:gd name="connsiteX1" fmla="*/ 1449157 w 1449157"/>
              <a:gd name="connsiteY1" fmla="*/ 433129 h 1081038"/>
              <a:gd name="connsiteX2" fmla="*/ 1012700 w 1449157"/>
              <a:gd name="connsiteY2" fmla="*/ 1081038 h 1081038"/>
              <a:gd name="connsiteX3" fmla="*/ 172487 w 1449157"/>
              <a:gd name="connsiteY3" fmla="*/ 902317 h 1081038"/>
              <a:gd name="connsiteX4" fmla="*/ 0 w 1449157"/>
              <a:gd name="connsiteY4" fmla="*/ 0 h 10810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449157" h="1081038">
                <a:moveTo>
                  <a:pt x="0" y="0"/>
                </a:moveTo>
                <a:lnTo>
                  <a:pt x="1449157" y="433129"/>
                </a:lnTo>
                <a:lnTo>
                  <a:pt x="1012700" y="1081038"/>
                </a:lnTo>
                <a:lnTo>
                  <a:pt x="172487" y="902317"/>
                </a:lnTo>
                <a:lnTo>
                  <a:pt x="0" y="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ZA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5" name="자유형: 도형 24">
            <a:extLst>
              <a:ext uri="{FF2B5EF4-FFF2-40B4-BE49-F238E27FC236}">
                <a16:creationId xmlns:a16="http://schemas.microsoft.com/office/drawing/2014/main" id="{ED86A7C4-9F1E-4F96-8AD9-5B75BEE364BE}"/>
              </a:ext>
            </a:extLst>
          </p:cNvPr>
          <p:cNvSpPr/>
          <p:nvPr userDrawn="1"/>
        </p:nvSpPr>
        <p:spPr>
          <a:xfrm rot="13336516">
            <a:off x="10313236" y="1084299"/>
            <a:ext cx="648657" cy="777553"/>
          </a:xfrm>
          <a:custGeom>
            <a:avLst/>
            <a:gdLst>
              <a:gd name="connsiteX0" fmla="*/ 0 w 648657"/>
              <a:gd name="connsiteY0" fmla="*/ 777553 h 777553"/>
              <a:gd name="connsiteX1" fmla="*/ 255474 w 648657"/>
              <a:gd name="connsiteY1" fmla="*/ 0 h 777553"/>
              <a:gd name="connsiteX2" fmla="*/ 648657 w 648657"/>
              <a:gd name="connsiteY2" fmla="*/ 713937 h 777553"/>
              <a:gd name="connsiteX3" fmla="*/ 0 w 648657"/>
              <a:gd name="connsiteY3" fmla="*/ 777553 h 7775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48657" h="777553">
                <a:moveTo>
                  <a:pt x="0" y="777553"/>
                </a:moveTo>
                <a:lnTo>
                  <a:pt x="255474" y="0"/>
                </a:lnTo>
                <a:lnTo>
                  <a:pt x="648657" y="713937"/>
                </a:lnTo>
                <a:lnTo>
                  <a:pt x="0" y="777553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ZA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6" name="자유형: 도형 25">
            <a:extLst>
              <a:ext uri="{FF2B5EF4-FFF2-40B4-BE49-F238E27FC236}">
                <a16:creationId xmlns:a16="http://schemas.microsoft.com/office/drawing/2014/main" id="{B63BFE72-A1DE-4CFE-9B52-553C99D52699}"/>
              </a:ext>
            </a:extLst>
          </p:cNvPr>
          <p:cNvSpPr/>
          <p:nvPr userDrawn="1"/>
        </p:nvSpPr>
        <p:spPr>
          <a:xfrm rot="5738060">
            <a:off x="9844293" y="1032301"/>
            <a:ext cx="692798" cy="510610"/>
          </a:xfrm>
          <a:custGeom>
            <a:avLst/>
            <a:gdLst>
              <a:gd name="connsiteX0" fmla="*/ 692798 w 692798"/>
              <a:gd name="connsiteY0" fmla="*/ 224339 h 510610"/>
              <a:gd name="connsiteX1" fmla="*/ 308036 w 692798"/>
              <a:gd name="connsiteY1" fmla="*/ 510610 h 510610"/>
              <a:gd name="connsiteX2" fmla="*/ 64876 w 692798"/>
              <a:gd name="connsiteY2" fmla="*/ 168539 h 510610"/>
              <a:gd name="connsiteX3" fmla="*/ 0 w 692798"/>
              <a:gd name="connsiteY3" fmla="*/ 0 h 510610"/>
              <a:gd name="connsiteX4" fmla="*/ 692798 w 692798"/>
              <a:gd name="connsiteY4" fmla="*/ 224339 h 5106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92798" h="510610">
                <a:moveTo>
                  <a:pt x="692798" y="224339"/>
                </a:moveTo>
                <a:lnTo>
                  <a:pt x="308036" y="510610"/>
                </a:lnTo>
                <a:lnTo>
                  <a:pt x="64876" y="168539"/>
                </a:lnTo>
                <a:lnTo>
                  <a:pt x="0" y="0"/>
                </a:lnTo>
                <a:lnTo>
                  <a:pt x="692798" y="224339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ZA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0" name="자유형: 도형 29">
            <a:extLst>
              <a:ext uri="{FF2B5EF4-FFF2-40B4-BE49-F238E27FC236}">
                <a16:creationId xmlns:a16="http://schemas.microsoft.com/office/drawing/2014/main" id="{9C266CD9-D77B-4B4D-8673-531E2784C610}"/>
              </a:ext>
            </a:extLst>
          </p:cNvPr>
          <p:cNvSpPr/>
          <p:nvPr userDrawn="1"/>
        </p:nvSpPr>
        <p:spPr>
          <a:xfrm rot="8291645">
            <a:off x="10081798" y="798094"/>
            <a:ext cx="371360" cy="273702"/>
          </a:xfrm>
          <a:custGeom>
            <a:avLst/>
            <a:gdLst>
              <a:gd name="connsiteX0" fmla="*/ 692798 w 692798"/>
              <a:gd name="connsiteY0" fmla="*/ 224339 h 510610"/>
              <a:gd name="connsiteX1" fmla="*/ 308036 w 692798"/>
              <a:gd name="connsiteY1" fmla="*/ 510610 h 510610"/>
              <a:gd name="connsiteX2" fmla="*/ 64876 w 692798"/>
              <a:gd name="connsiteY2" fmla="*/ 168539 h 510610"/>
              <a:gd name="connsiteX3" fmla="*/ 0 w 692798"/>
              <a:gd name="connsiteY3" fmla="*/ 0 h 510610"/>
              <a:gd name="connsiteX4" fmla="*/ 692798 w 692798"/>
              <a:gd name="connsiteY4" fmla="*/ 224339 h 5106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92798" h="510610">
                <a:moveTo>
                  <a:pt x="692798" y="224339"/>
                </a:moveTo>
                <a:lnTo>
                  <a:pt x="308036" y="510610"/>
                </a:lnTo>
                <a:lnTo>
                  <a:pt x="64876" y="168539"/>
                </a:lnTo>
                <a:lnTo>
                  <a:pt x="0" y="0"/>
                </a:lnTo>
                <a:lnTo>
                  <a:pt x="692798" y="224339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ZA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9896587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만 표시, 그래픽 없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FC626A5-4FF6-42BD-858A-AE4B2C23A6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ZA" noProof="0" dirty="0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9E5E346-F307-4307-949D-77CDB6E6577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B4446C0-A637-4726-88A6-815A6AB63B9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19B51A1E-902D-48AF-9020-955120F399B6}" type="slidenum">
              <a:rPr lang="en-ZA" altLang="ko-KR" noProof="0" smtClean="0"/>
              <a:pPr/>
              <a:t>‹#›</a:t>
            </a:fld>
            <a:endParaRPr lang="ko-KR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31033504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감사합니다!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그림 개체 틀 31">
            <a:extLst>
              <a:ext uri="{FF2B5EF4-FFF2-40B4-BE49-F238E27FC236}">
                <a16:creationId xmlns:a16="http://schemas.microsoft.com/office/drawing/2014/main" id="{6BC25646-06FC-4B3E-A74E-268EB8AEA602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86715" y="86714"/>
            <a:ext cx="12018572" cy="6684572"/>
          </a:xfrm>
          <a:solidFill>
            <a:schemeClr val="bg1">
              <a:lumMod val="85000"/>
            </a:schemeClr>
          </a:solidFill>
        </p:spPr>
        <p:txBody>
          <a:bodyPr lIns="360000" tIns="360000" rtlCol="0"/>
          <a:lstStyle>
            <a:lvl1pPr marL="0" indent="0">
              <a:buNone/>
              <a:defRPr sz="1100" i="1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rtl="0"/>
            <a:r>
              <a:rPr lang="ko-KR" altLang="en-US" noProof="0" dirty="0"/>
              <a:t>여기에 이미지 삽입 또는 끌어서 놓기</a:t>
            </a: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0F23EB7-E336-46EB-A4A0-3DB7A6BF4CE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2494607" y="2237328"/>
            <a:ext cx="7202786" cy="1449788"/>
          </a:xfrm>
          <a:solidFill>
            <a:schemeClr val="tx1">
              <a:alpha val="80000"/>
            </a:schemeClr>
          </a:solidFill>
        </p:spPr>
        <p:txBody>
          <a:bodyPr lIns="288000" rIns="2160000" bIns="144000" rtlCol="0" anchor="b" anchorCtr="0"/>
          <a:lstStyle>
            <a:lvl1pPr algn="r">
              <a:defRPr sz="6600" spc="-150">
                <a:solidFill>
                  <a:schemeClr val="bg1"/>
                </a:solidFill>
              </a:defRPr>
            </a:lvl1pPr>
          </a:lstStyle>
          <a:p>
            <a:pPr rtl="0"/>
            <a:r>
              <a:rPr lang="ko-KR" altLang="en-US" noProof="0" dirty="0"/>
              <a:t>감사합니다</a:t>
            </a:r>
            <a:r>
              <a:rPr lang="en-US" altLang="ko-KR" noProof="0" dirty="0"/>
              <a:t>!</a:t>
            </a:r>
            <a:endParaRPr lang="ko-KR" altLang="en-ZA" noProof="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C9980B88-3F4A-4688-9ED0-17EF37E62D9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94607" y="3684672"/>
            <a:ext cx="5282503" cy="1604172"/>
          </a:xfrm>
          <a:solidFill>
            <a:schemeClr val="tx1">
              <a:alpha val="90000"/>
            </a:schemeClr>
          </a:solidFill>
        </p:spPr>
        <p:txBody>
          <a:bodyPr lIns="216000" tIns="144000" rIns="576000" rtlCol="0"/>
          <a:lstStyle>
            <a:lvl1pPr marL="0" indent="0" algn="r">
              <a:buNone/>
              <a:defRPr sz="2100">
                <a:solidFill>
                  <a:schemeClr val="bg1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rtl="0"/>
            <a:r>
              <a:rPr lang="ko-KR" altLang="en-US" noProof="0"/>
              <a:t>클릭하여 마스터 부제목 스타일 편집</a:t>
            </a:r>
            <a:endParaRPr lang="ko-KR" altLang="en-ZA" noProof="0" dirty="0"/>
          </a:p>
        </p:txBody>
      </p:sp>
      <p:cxnSp>
        <p:nvCxnSpPr>
          <p:cNvPr id="5" name="직선 연결선(S) 4">
            <a:extLst>
              <a:ext uri="{FF2B5EF4-FFF2-40B4-BE49-F238E27FC236}">
                <a16:creationId xmlns:a16="http://schemas.microsoft.com/office/drawing/2014/main" id="{9688AEDF-1396-4322-8818-9D1C7976FCDF}"/>
              </a:ext>
            </a:extLst>
          </p:cNvPr>
          <p:cNvCxnSpPr>
            <a:cxnSpLocks/>
          </p:cNvCxnSpPr>
          <p:nvPr userDrawn="1"/>
        </p:nvCxnSpPr>
        <p:spPr>
          <a:xfrm>
            <a:off x="7777113" y="2412127"/>
            <a:ext cx="0" cy="110019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BC122267-81F5-4D7C-8854-830FD491A4E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667000" y="4142258"/>
            <a:ext cx="4508500" cy="277342"/>
          </a:xfrm>
        </p:spPr>
        <p:txBody>
          <a:bodyPr rtlCol="0" anchor="ctr"/>
          <a:lstStyle>
            <a:lvl1pPr marL="0" indent="0" algn="r">
              <a:lnSpc>
                <a:spcPct val="100000"/>
              </a:lnSpc>
              <a:buNone/>
              <a:defRPr sz="1600">
                <a:solidFill>
                  <a:schemeClr val="bg1"/>
                </a:solidFill>
              </a:defRPr>
            </a:lvl1pPr>
            <a:lvl2pPr marL="266700" indent="0" algn="r">
              <a:buNone/>
              <a:defRPr>
                <a:solidFill>
                  <a:schemeClr val="bg1"/>
                </a:solidFill>
              </a:defRPr>
            </a:lvl2pPr>
            <a:lvl3pPr marL="542925" indent="0" algn="r">
              <a:buNone/>
              <a:defRPr>
                <a:solidFill>
                  <a:schemeClr val="bg1"/>
                </a:solidFill>
              </a:defRPr>
            </a:lvl3pPr>
            <a:lvl4pPr marL="809625" indent="0" algn="r">
              <a:buNone/>
              <a:defRPr>
                <a:solidFill>
                  <a:schemeClr val="bg1"/>
                </a:solidFill>
              </a:defRPr>
            </a:lvl4pPr>
            <a:lvl5pPr marL="1076325" indent="0" algn="r">
              <a:buNone/>
              <a:defRPr>
                <a:solidFill>
                  <a:schemeClr val="bg1"/>
                </a:solidFill>
              </a:defRPr>
            </a:lvl5pPr>
          </a:lstStyle>
          <a:p>
            <a:pPr lvl="0" rtl="0"/>
            <a:r>
              <a:rPr lang="ko-KR" altLang="en-US" noProof="0" dirty="0"/>
              <a:t>연락처 번호</a:t>
            </a:r>
            <a:endParaRPr lang="ko-KR" altLang="en-ZA" noProof="0" dirty="0"/>
          </a:p>
        </p:txBody>
      </p:sp>
      <p:sp>
        <p:nvSpPr>
          <p:cNvPr id="9" name="텍스트 개체 틀 5">
            <a:extLst>
              <a:ext uri="{FF2B5EF4-FFF2-40B4-BE49-F238E27FC236}">
                <a16:creationId xmlns:a16="http://schemas.microsoft.com/office/drawing/2014/main" id="{D1624B9A-AB57-40B6-89A6-D34ED60BBF0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667000" y="4448040"/>
            <a:ext cx="4508500" cy="277342"/>
          </a:xfrm>
        </p:spPr>
        <p:txBody>
          <a:bodyPr rtlCol="0" anchor="ctr"/>
          <a:lstStyle>
            <a:lvl1pPr marL="0" indent="0" algn="r">
              <a:lnSpc>
                <a:spcPct val="100000"/>
              </a:lnSpc>
              <a:buNone/>
              <a:defRPr sz="1600">
                <a:solidFill>
                  <a:schemeClr val="bg1"/>
                </a:solidFill>
              </a:defRPr>
            </a:lvl1pPr>
            <a:lvl2pPr marL="266700" indent="0" algn="r">
              <a:buNone/>
              <a:defRPr>
                <a:solidFill>
                  <a:schemeClr val="bg1"/>
                </a:solidFill>
              </a:defRPr>
            </a:lvl2pPr>
            <a:lvl3pPr marL="542925" indent="0" algn="r">
              <a:buNone/>
              <a:defRPr>
                <a:solidFill>
                  <a:schemeClr val="bg1"/>
                </a:solidFill>
              </a:defRPr>
            </a:lvl3pPr>
            <a:lvl4pPr marL="809625" indent="0" algn="r">
              <a:buNone/>
              <a:defRPr>
                <a:solidFill>
                  <a:schemeClr val="bg1"/>
                </a:solidFill>
              </a:defRPr>
            </a:lvl4pPr>
            <a:lvl5pPr marL="1076325" indent="0" algn="r">
              <a:buNone/>
              <a:defRPr>
                <a:solidFill>
                  <a:schemeClr val="bg1"/>
                </a:solidFill>
              </a:defRPr>
            </a:lvl5pPr>
          </a:lstStyle>
          <a:p>
            <a:pPr lvl="0" rtl="0"/>
            <a:r>
              <a:rPr lang="ko-KR" altLang="en-US" noProof="0" dirty="0"/>
              <a:t>전자 메일 또는 소셜 미디어 핸들</a:t>
            </a:r>
            <a:endParaRPr lang="ko-KR" altLang="en-ZA" noProof="0" dirty="0"/>
          </a:p>
        </p:txBody>
      </p:sp>
      <p:sp>
        <p:nvSpPr>
          <p:cNvPr id="8" name="그림 개체 틀 5">
            <a:extLst>
              <a:ext uri="{FF2B5EF4-FFF2-40B4-BE49-F238E27FC236}">
                <a16:creationId xmlns:a16="http://schemas.microsoft.com/office/drawing/2014/main" id="{61EA5FFD-797F-43FF-B13A-5DA8C820EE22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8065008" y="2587752"/>
            <a:ext cx="1344168" cy="704088"/>
          </a:xfrm>
        </p:spPr>
        <p:txBody>
          <a:bodyPr rtlCol="0"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</a:lstStyle>
          <a:p>
            <a:pPr rtl="0"/>
            <a:r>
              <a:rPr lang="ko-KR" altLang="en-US" noProof="0" dirty="0"/>
              <a:t>로고</a:t>
            </a:r>
          </a:p>
        </p:txBody>
      </p:sp>
      <p:sp>
        <p:nvSpPr>
          <p:cNvPr id="10" name="텍스트 개체 틀 5">
            <a:extLst>
              <a:ext uri="{FF2B5EF4-FFF2-40B4-BE49-F238E27FC236}">
                <a16:creationId xmlns:a16="http://schemas.microsoft.com/office/drawing/2014/main" id="{7436EF9B-F86C-114A-BB87-C439E5F1299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667000" y="4753821"/>
            <a:ext cx="4508500" cy="277342"/>
          </a:xfrm>
        </p:spPr>
        <p:txBody>
          <a:bodyPr rtlCol="0" anchor="ctr"/>
          <a:lstStyle>
            <a:lvl1pPr marL="0" indent="0" algn="r">
              <a:lnSpc>
                <a:spcPct val="100000"/>
              </a:lnSpc>
              <a:buNone/>
              <a:defRPr sz="1600">
                <a:solidFill>
                  <a:schemeClr val="bg1"/>
                </a:solidFill>
              </a:defRPr>
            </a:lvl1pPr>
            <a:lvl2pPr marL="266700" indent="0" algn="r">
              <a:buNone/>
              <a:defRPr>
                <a:solidFill>
                  <a:schemeClr val="bg1"/>
                </a:solidFill>
              </a:defRPr>
            </a:lvl2pPr>
            <a:lvl3pPr marL="542925" indent="0" algn="r">
              <a:buNone/>
              <a:defRPr>
                <a:solidFill>
                  <a:schemeClr val="bg1"/>
                </a:solidFill>
              </a:defRPr>
            </a:lvl3pPr>
            <a:lvl4pPr marL="809625" indent="0" algn="r">
              <a:buNone/>
              <a:defRPr>
                <a:solidFill>
                  <a:schemeClr val="bg1"/>
                </a:solidFill>
              </a:defRPr>
            </a:lvl4pPr>
            <a:lvl5pPr marL="1076325" indent="0" algn="r">
              <a:buNone/>
              <a:defRPr>
                <a:solidFill>
                  <a:schemeClr val="bg1"/>
                </a:solidFill>
              </a:defRPr>
            </a:lvl5pPr>
          </a:lstStyle>
          <a:p>
            <a:pPr lvl="0" rtl="0"/>
            <a:r>
              <a:rPr lang="ko-KR" altLang="en-US" noProof="0" dirty="0"/>
              <a:t>웹 사이트 주소</a:t>
            </a:r>
            <a:endParaRPr lang="ko-KR" altLang="en-ZA" noProof="0" dirty="0"/>
          </a:p>
        </p:txBody>
      </p:sp>
    </p:spTree>
    <p:extLst>
      <p:ext uri="{BB962C8B-B14F-4D97-AF65-F5344CB8AC3E}">
        <p14:creationId xmlns:p14="http://schemas.microsoft.com/office/powerpoint/2010/main" val="34759506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팔각형 6">
            <a:extLst>
              <a:ext uri="{FF2B5EF4-FFF2-40B4-BE49-F238E27FC236}">
                <a16:creationId xmlns:a16="http://schemas.microsoft.com/office/drawing/2014/main" id="{12B87281-2FCA-44C5-BFC9-FD653787EFC4}"/>
              </a:ext>
            </a:extLst>
          </p:cNvPr>
          <p:cNvSpPr/>
          <p:nvPr userDrawn="1"/>
        </p:nvSpPr>
        <p:spPr>
          <a:xfrm rot="1361022">
            <a:off x="11394972" y="6053793"/>
            <a:ext cx="634795" cy="634795"/>
          </a:xfrm>
          <a:prstGeom prst="octagon">
            <a:avLst/>
          </a:prstGeom>
          <a:noFill/>
          <a:ln w="3175">
            <a:solidFill>
              <a:schemeClr val="bg1">
                <a:lumMod val="8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ZA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090F41A2-6535-4CA6-81E4-026A5B56D9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0" y="432000"/>
            <a:ext cx="11340000" cy="43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/>
          <a:p>
            <a:pPr rtl="0"/>
            <a:r>
              <a:rPr lang="ko-KR" altLang="en-US" noProof="0" dirty="0"/>
              <a:t>마스터 제목 스타일 편집</a:t>
            </a:r>
            <a:endParaRPr lang="ko-KR" altLang="en-ZA" noProof="0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13AB95C-7DD4-4796-80E4-1B7466A2A0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32000" y="1152000"/>
            <a:ext cx="11340000" cy="4680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 rtl="0"/>
            <a:r>
              <a:rPr lang="ko-KR" altLang="en-US" noProof="0" dirty="0"/>
              <a:t>마스터 텍스트 스타일 편집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  <a:endParaRPr lang="ko-KR" altLang="en-ZA" noProof="0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8879C91-B77F-4273-9A27-A3535FB889D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31999" y="6188628"/>
            <a:ext cx="8784941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 dirty="0"/>
              <a:t>바닥글 추가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ECA3099-A94F-4C3E-BC29-780EDD38F7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6369" y="6155190"/>
            <a:ext cx="432000" cy="432000"/>
          </a:xfrm>
          <a:prstGeom prst="ellipse">
            <a:avLst/>
          </a:prstGeom>
          <a:noFill/>
          <a:ln w="3175">
            <a:solidFill>
              <a:schemeClr val="accent1"/>
            </a:solidFill>
          </a:ln>
        </p:spPr>
        <p:txBody>
          <a:bodyPr vert="horz" lIns="0" tIns="0" rIns="0" bIns="0" rtlCol="0" anchor="ctr"/>
          <a:lstStyle>
            <a:lvl1pPr algn="ctr">
              <a:defRPr sz="1200" b="1" i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19B51A1E-902D-48AF-9020-955120F399B6}" type="slidenum">
              <a:rPr lang="en-ZA" altLang="ko-KR" smtClean="0"/>
              <a:pPr/>
              <a:t>‹#›</a:t>
            </a:fld>
            <a:endParaRPr lang="ko-KR" altLang="en-US" dirty="0"/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B66BF03E-F48E-4C0A-9078-07AC4DDF896A}"/>
              </a:ext>
            </a:extLst>
          </p:cNvPr>
          <p:cNvSpPr/>
          <p:nvPr userDrawn="1"/>
        </p:nvSpPr>
        <p:spPr>
          <a:xfrm>
            <a:off x="11533871" y="6185902"/>
            <a:ext cx="73515" cy="73515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ZA" noProof="0" dirty="0">
              <a:solidFill>
                <a:schemeClr val="accent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9F827500-FC74-463C-9312-BC59104AEBD6}"/>
              </a:ext>
            </a:extLst>
          </p:cNvPr>
          <p:cNvSpPr/>
          <p:nvPr userDrawn="1"/>
        </p:nvSpPr>
        <p:spPr>
          <a:xfrm>
            <a:off x="11892084" y="6561525"/>
            <a:ext cx="100439" cy="100439"/>
          </a:xfrm>
          <a:prstGeom prst="ellipse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ZA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1" name="텍스트 상자 10">
            <a:extLst>
              <a:ext uri="{FF2B5EF4-FFF2-40B4-BE49-F238E27FC236}">
                <a16:creationId xmlns:a16="http://schemas.microsoft.com/office/drawing/2014/main" id="{110EE18F-610D-4230-BA82-4E5007401ADD}"/>
              </a:ext>
            </a:extLst>
          </p:cNvPr>
          <p:cNvSpPr txBox="1"/>
          <p:nvPr userDrawn="1"/>
        </p:nvSpPr>
        <p:spPr>
          <a:xfrm>
            <a:off x="8734570" y="6278857"/>
            <a:ext cx="2510557" cy="18466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r" rtl="0"/>
            <a:r>
              <a:rPr lang="ko-KR" altLang="en-US" sz="1200" noProof="0" dirty="0">
                <a:solidFill>
                  <a:schemeClr val="tx2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여기에 로고 또는 이름 삽입</a:t>
            </a:r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2AF375EA-F235-4EAA-A52F-D6BF0D6EDDCA}"/>
              </a:ext>
            </a:extLst>
          </p:cNvPr>
          <p:cNvSpPr/>
          <p:nvPr userDrawn="1"/>
        </p:nvSpPr>
        <p:spPr>
          <a:xfrm>
            <a:off x="11342875" y="5990144"/>
            <a:ext cx="260512" cy="260512"/>
          </a:xfrm>
          <a:prstGeom prst="ellipse">
            <a:avLst/>
          </a:prstGeom>
          <a:noFill/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ZA" noProof="0" dirty="0">
              <a:solidFill>
                <a:schemeClr val="accent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7E3C8C5B-6356-4B7C-887C-A436D7DB4059}"/>
              </a:ext>
            </a:extLst>
          </p:cNvPr>
          <p:cNvSpPr/>
          <p:nvPr userDrawn="1"/>
        </p:nvSpPr>
        <p:spPr>
          <a:xfrm>
            <a:off x="0" y="6771286"/>
            <a:ext cx="12192000" cy="8671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ZA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13120C00-0FF6-411F-B2D6-C625ED6BD241}"/>
              </a:ext>
            </a:extLst>
          </p:cNvPr>
          <p:cNvSpPr/>
          <p:nvPr userDrawn="1"/>
        </p:nvSpPr>
        <p:spPr>
          <a:xfrm>
            <a:off x="0" y="0"/>
            <a:ext cx="12192000" cy="8671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ZA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2D142C1D-78E5-4AD5-BEF3-C015D6E3FEBD}"/>
              </a:ext>
            </a:extLst>
          </p:cNvPr>
          <p:cNvSpPr/>
          <p:nvPr userDrawn="1"/>
        </p:nvSpPr>
        <p:spPr>
          <a:xfrm rot="5400000">
            <a:off x="-3385643" y="3385642"/>
            <a:ext cx="6858001" cy="8671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ZA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300D9306-2240-47FF-AA2F-DC7C26A008A4}"/>
              </a:ext>
            </a:extLst>
          </p:cNvPr>
          <p:cNvSpPr/>
          <p:nvPr userDrawn="1"/>
        </p:nvSpPr>
        <p:spPr>
          <a:xfrm rot="5400000">
            <a:off x="8719643" y="3385643"/>
            <a:ext cx="6858000" cy="8671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ZA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461632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3" r:id="rId2"/>
    <p:sldLayoutId id="2147483664" r:id="rId3"/>
    <p:sldLayoutId id="2147483650" r:id="rId4"/>
    <p:sldLayoutId id="2147483652" r:id="rId5"/>
    <p:sldLayoutId id="2147483656" r:id="rId6"/>
    <p:sldLayoutId id="2147483657" r:id="rId7"/>
    <p:sldLayoutId id="2147483668" r:id="rId8"/>
    <p:sldLayoutId id="2147483670" r:id="rId9"/>
    <p:sldLayoutId id="2147483653" r:id="rId10"/>
    <p:sldLayoutId id="2147483673" r:id="rId11"/>
    <p:sldLayoutId id="2147483674" r:id="rId12"/>
    <p:sldLayoutId id="2147483676" r:id="rId13"/>
    <p:sldLayoutId id="2147483677" r:id="rId14"/>
    <p:sldLayoutId id="2147483654" r:id="rId15"/>
    <p:sldLayoutId id="2147483660" r:id="rId16"/>
    <p:sldLayoutId id="2147483661" r:id="rId17"/>
    <p:sldLayoutId id="2147483678" r:id="rId18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3200" kern="1200">
          <a:solidFill>
            <a:schemeClr val="tx2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266700" indent="-2667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>
              <a:lumMod val="75000"/>
              <a:lumOff val="25000"/>
            </a:schemeClr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542925" indent="-276225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>
              <a:lumMod val="75000"/>
              <a:lumOff val="25000"/>
            </a:schemeClr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809625" indent="-2667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>
              <a:lumMod val="75000"/>
              <a:lumOff val="25000"/>
            </a:schemeClr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076325" indent="-2667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>
              <a:lumMod val="75000"/>
              <a:lumOff val="25000"/>
            </a:schemeClr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343025" indent="-2667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>
              <a:lumMod val="75000"/>
              <a:lumOff val="25000"/>
            </a:schemeClr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Relationship Id="rId5" Type="http://schemas.openxmlformats.org/officeDocument/2006/relationships/comments" Target="../comments/comment1.xml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7.xml"/><Relationship Id="rId4" Type="http://schemas.openxmlformats.org/officeDocument/2006/relationships/image" Target="../media/image17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7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svg"/><Relationship Id="rId13" Type="http://schemas.openxmlformats.org/officeDocument/2006/relationships/image" Target="../media/image28.svg"/><Relationship Id="rId3" Type="http://schemas.openxmlformats.org/officeDocument/2006/relationships/image" Target="../media/image19.jpeg"/><Relationship Id="rId7" Type="http://schemas.openxmlformats.org/officeDocument/2006/relationships/image" Target="../media/image23.png"/><Relationship Id="rId12" Type="http://schemas.openxmlformats.org/officeDocument/2006/relationships/image" Target="../media/image2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22.svg"/><Relationship Id="rId11" Type="http://schemas.openxmlformats.org/officeDocument/2006/relationships/hyperlink" Target="http://www.fabrikcam.com/" TargetMode="External"/><Relationship Id="rId5" Type="http://schemas.openxmlformats.org/officeDocument/2006/relationships/image" Target="../media/image21.png"/><Relationship Id="rId10" Type="http://schemas.openxmlformats.org/officeDocument/2006/relationships/image" Target="../media/image26.svg"/><Relationship Id="rId4" Type="http://schemas.openxmlformats.org/officeDocument/2006/relationships/image" Target="../media/image20.png"/><Relationship Id="rId9" Type="http://schemas.openxmlformats.org/officeDocument/2006/relationships/image" Target="../media/image2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그림 개체 틀 19" descr="나무 클로즈업&#10;&#10;높은 신뢰도로 생성된 설명">
            <a:extLst>
              <a:ext uri="{FF2B5EF4-FFF2-40B4-BE49-F238E27FC236}">
                <a16:creationId xmlns:a16="http://schemas.microsoft.com/office/drawing/2014/main" id="{3072B96B-8E35-4D15-80A0-1DD4745F75B5}"/>
              </a:ext>
            </a:extLst>
          </p:cNvPr>
          <p:cNvPicPr>
            <a:picLocks noGrp="1" noChangeAspect="1"/>
          </p:cNvPicPr>
          <p:nvPr>
            <p:ph type="pic" sz="quarter" idx="12"/>
          </p:nvPr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/>
      </p:pic>
      <p:sp>
        <p:nvSpPr>
          <p:cNvPr id="6" name="제목 5">
            <a:extLst>
              <a:ext uri="{FF2B5EF4-FFF2-40B4-BE49-F238E27FC236}">
                <a16:creationId xmlns:a16="http://schemas.microsoft.com/office/drawing/2014/main" id="{2E3EA56B-BEB0-4656-A20B-D15F03B7ACA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rtlCol="0"/>
          <a:lstStyle/>
          <a:p>
            <a:pPr rtl="0"/>
            <a:r>
              <a:rPr lang="ko-KR" altLang="en-US" dirty="0"/>
              <a:t>프레젠테이션 </a:t>
            </a:r>
            <a:br>
              <a:rPr lang="ko-KR" altLang="en-US" dirty="0"/>
            </a:br>
            <a:r>
              <a:rPr lang="ko-KR" altLang="en-US" dirty="0"/>
              <a:t>제목</a:t>
            </a: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E59089BD-A05A-4E28-AFD9-50A72EA8116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4389" y="2001190"/>
            <a:ext cx="1034011" cy="703232"/>
          </a:xfrm>
          <a:prstGeom prst="rect">
            <a:avLst/>
          </a:prstGeom>
        </p:spPr>
      </p:pic>
      <p:sp>
        <p:nvSpPr>
          <p:cNvPr id="7" name="부제목 6">
            <a:extLst>
              <a:ext uri="{FF2B5EF4-FFF2-40B4-BE49-F238E27FC236}">
                <a16:creationId xmlns:a16="http://schemas.microsoft.com/office/drawing/2014/main" id="{DA0FE6D5-D475-4CBB-A6C2-E3D991A3689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 rtlCol="0"/>
          <a:lstStyle/>
          <a:p>
            <a:pPr rtl="0"/>
            <a:r>
              <a:rPr lang="ko-KR" altLang="en-US" dirty="0"/>
              <a:t>피치 </a:t>
            </a:r>
            <a:r>
              <a:rPr lang="ko-KR" altLang="en-US" dirty="0" err="1"/>
              <a:t>데크</a:t>
            </a:r>
            <a:r>
              <a:rPr lang="ko-KR" altLang="en-US" dirty="0"/>
              <a:t> 기타 정보</a:t>
            </a:r>
            <a:br>
              <a:rPr lang="ko-KR" altLang="en-US" dirty="0"/>
            </a:br>
            <a:r>
              <a:rPr lang="ko-KR" altLang="en-US" dirty="0"/>
              <a:t>두 줄로 확장할 수 있음</a:t>
            </a:r>
          </a:p>
        </p:txBody>
      </p:sp>
      <p:sp>
        <p:nvSpPr>
          <p:cNvPr id="47" name="자유형: 도형 46" title="기하 도형">
            <a:extLst>
              <a:ext uri="{FF2B5EF4-FFF2-40B4-BE49-F238E27FC236}">
                <a16:creationId xmlns:a16="http://schemas.microsoft.com/office/drawing/2014/main" id="{B6D0B8EE-8E06-4051-87BF-62C153F3FBBB}"/>
              </a:ext>
            </a:extLst>
          </p:cNvPr>
          <p:cNvSpPr/>
          <p:nvPr/>
        </p:nvSpPr>
        <p:spPr>
          <a:xfrm rot="4308689">
            <a:off x="5269765" y="1275138"/>
            <a:ext cx="1980696" cy="2066510"/>
          </a:xfrm>
          <a:custGeom>
            <a:avLst/>
            <a:gdLst>
              <a:gd name="connsiteX0" fmla="*/ 0 w 1980696"/>
              <a:gd name="connsiteY0" fmla="*/ 2066510 h 2066510"/>
              <a:gd name="connsiteX1" fmla="*/ 1138078 w 1980696"/>
              <a:gd name="connsiteY1" fmla="*/ 0 h 2066510"/>
              <a:gd name="connsiteX2" fmla="*/ 1980696 w 1980696"/>
              <a:gd name="connsiteY2" fmla="*/ 1530016 h 2066510"/>
              <a:gd name="connsiteX3" fmla="*/ 1459417 w 1980696"/>
              <a:gd name="connsiteY3" fmla="*/ 2066510 h 20665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80696" h="2066510">
                <a:moveTo>
                  <a:pt x="0" y="2066510"/>
                </a:moveTo>
                <a:lnTo>
                  <a:pt x="1138078" y="0"/>
                </a:lnTo>
                <a:lnTo>
                  <a:pt x="1980696" y="1530016"/>
                </a:lnTo>
                <a:lnTo>
                  <a:pt x="1459417" y="2066510"/>
                </a:lnTo>
                <a:close/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4852348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9B51A1E-902D-48AF-9020-955120F399B6}" type="slidenum">
              <a:rPr lang="en-ZA" altLang="ko-KR" smtClean="0"/>
              <a:pPr/>
              <a:t>2</a:t>
            </a:fld>
            <a:endParaRPr lang="ko-KR" altLang="en-US" dirty="0"/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0196" y="1700754"/>
            <a:ext cx="4382112" cy="112410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712094" y="1700754"/>
            <a:ext cx="4124781" cy="319576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/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rPr>
              <a:t>Word </a:t>
            </a:r>
            <a:r>
              <a: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rPr>
              <a:t>파일이 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rPr>
              <a:t>1</a:t>
            </a:r>
            <a:r>
              <a: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rPr>
              <a:t>개 문서로 통으로 읽고 있어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rPr>
              <a:t>, </a:t>
            </a:r>
            <a:r>
              <a: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rPr>
              <a:t>검색 결과가 없음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rPr>
              <a:t>. </a:t>
            </a:r>
          </a:p>
          <a:p>
            <a:pPr algn="l"/>
            <a:endParaRPr lang="ko-KR" altLang="en-US" sz="1200" dirty="0">
              <a:solidFill>
                <a:schemeClr val="tx1">
                  <a:lumMod val="75000"/>
                  <a:lumOff val="25000"/>
                </a:schemeClr>
              </a:solidFill>
              <a:latin typeface="+mn-lt"/>
            </a:endParaRPr>
          </a:p>
        </p:txBody>
      </p:sp>
      <p:pic>
        <p:nvPicPr>
          <p:cNvPr id="7" name="그림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10035" y="3049955"/>
            <a:ext cx="6754168" cy="217200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803588" y="3898197"/>
            <a:ext cx="4124781" cy="319576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/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‘\n’ , ‘.’ </a:t>
            </a:r>
            <a:r>
              <a: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기준으로 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sentence </a:t>
            </a:r>
            <a:r>
              <a: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로 나누고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, </a:t>
            </a:r>
            <a:r>
              <a: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이를 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embedding</a:t>
            </a:r>
            <a:endParaRPr lang="en-US" altLang="ko-KR" sz="1200" dirty="0">
              <a:solidFill>
                <a:schemeClr val="tx1">
                  <a:lumMod val="75000"/>
                  <a:lumOff val="25000"/>
                </a:schemeClr>
              </a:solidFill>
              <a:latin typeface="+mn-lt"/>
            </a:endParaRPr>
          </a:p>
          <a:p>
            <a:pPr algn="l"/>
            <a:endParaRPr lang="ko-KR" altLang="en-US" sz="1200" dirty="0">
              <a:solidFill>
                <a:schemeClr val="tx1">
                  <a:lumMod val="75000"/>
                  <a:lumOff val="25000"/>
                </a:schemeClr>
              </a:solidFill>
              <a:latin typeface="+mn-lt"/>
            </a:endParaRPr>
          </a:p>
        </p:txBody>
      </p:sp>
      <p:pic>
        <p:nvPicPr>
          <p:cNvPr id="9" name="그림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1424" y="5365535"/>
            <a:ext cx="6191250" cy="6000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07351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9B51A1E-902D-48AF-9020-955120F399B6}" type="slidenum">
              <a:rPr lang="en-ZA" altLang="ko-KR" smtClean="0"/>
              <a:pPr/>
              <a:t>3</a:t>
            </a:fld>
            <a:endParaRPr lang="ko-KR" altLang="en-US" dirty="0"/>
          </a:p>
        </p:txBody>
      </p:sp>
      <p:sp>
        <p:nvSpPr>
          <p:cNvPr id="5" name="TextBox 4"/>
          <p:cNvSpPr txBox="1"/>
          <p:nvPr/>
        </p:nvSpPr>
        <p:spPr>
          <a:xfrm>
            <a:off x="569842" y="1285461"/>
            <a:ext cx="10429461" cy="927652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/>
            <a:r>
              <a: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엉뚱한 답변</a:t>
            </a:r>
            <a:endParaRPr lang="en-US" altLang="ko-KR" sz="12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algn="l"/>
            <a:endParaRPr lang="en-US" altLang="ko-KR" sz="1200" dirty="0">
              <a:solidFill>
                <a:schemeClr val="tx1">
                  <a:lumMod val="75000"/>
                  <a:lumOff val="25000"/>
                </a:schemeClr>
              </a:solidFill>
              <a:latin typeface="+mn-lt"/>
            </a:endParaRPr>
          </a:p>
          <a:p>
            <a:r>
              <a:rPr lang="en-US" altLang="ko-KR" dirty="0" err="1"/>
              <a:t>emdeding_id</a:t>
            </a:r>
            <a:r>
              <a:rPr lang="en-US" altLang="ko-KR" dirty="0"/>
              <a:t> = "sentence-transformers/paraphrase-multilingual-MiniLM-L12-v2"</a:t>
            </a:r>
          </a:p>
          <a:p>
            <a:pPr algn="l"/>
            <a:endParaRPr lang="ko-KR" altLang="en-US" sz="1200" dirty="0">
              <a:solidFill>
                <a:schemeClr val="tx1">
                  <a:lumMod val="75000"/>
                  <a:lumOff val="25000"/>
                </a:schemeClr>
              </a:solidFill>
              <a:latin typeface="+mn-lt"/>
            </a:endParaRPr>
          </a:p>
        </p:txBody>
      </p:sp>
      <p:pic>
        <p:nvPicPr>
          <p:cNvPr id="6" name="그림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364" y="2098407"/>
            <a:ext cx="5088836" cy="166254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76469" y="3772852"/>
            <a:ext cx="10429461" cy="927652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/>
            <a:r>
              <a: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한글 질문에 좀 더 적합한 모델로 변경</a:t>
            </a:r>
            <a:endParaRPr lang="en-US" altLang="ko-KR" sz="1200" dirty="0">
              <a:solidFill>
                <a:schemeClr val="tx1">
                  <a:lumMod val="75000"/>
                  <a:lumOff val="25000"/>
                </a:schemeClr>
              </a:solidFill>
              <a:latin typeface="+mn-lt"/>
            </a:endParaRPr>
          </a:p>
          <a:p>
            <a:r>
              <a:rPr lang="en-US" altLang="ko-KR" dirty="0" err="1">
                <a:solidFill>
                  <a:srgbClr val="CCCCCC"/>
                </a:solidFill>
                <a:latin typeface="Consolas" panose="020B0609020204030204" pitchFamily="49" charset="0"/>
              </a:rPr>
              <a:t>emdeding_id</a:t>
            </a:r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dirty="0">
                <a:solidFill>
                  <a:srgbClr val="CE9178"/>
                </a:solidFill>
                <a:latin typeface="Consolas" panose="020B0609020204030204" pitchFamily="49" charset="0"/>
              </a:rPr>
              <a:t>"</a:t>
            </a:r>
            <a:r>
              <a:rPr lang="en-US" altLang="ko-KR" dirty="0" err="1">
                <a:solidFill>
                  <a:srgbClr val="CE9178"/>
                </a:solidFill>
                <a:latin typeface="Consolas" panose="020B0609020204030204" pitchFamily="49" charset="0"/>
              </a:rPr>
              <a:t>jhgan</a:t>
            </a:r>
            <a:r>
              <a:rPr lang="en-US" altLang="ko-KR" dirty="0">
                <a:solidFill>
                  <a:srgbClr val="CE9178"/>
                </a:solidFill>
                <a:latin typeface="Consolas" panose="020B0609020204030204" pitchFamily="49" charset="0"/>
              </a:rPr>
              <a:t>/</a:t>
            </a:r>
            <a:r>
              <a:rPr lang="en-US" altLang="ko-KR" dirty="0" err="1">
                <a:solidFill>
                  <a:srgbClr val="CE9178"/>
                </a:solidFill>
                <a:latin typeface="Consolas" panose="020B0609020204030204" pitchFamily="49" charset="0"/>
              </a:rPr>
              <a:t>ko-sbert-sts</a:t>
            </a:r>
            <a:r>
              <a:rPr lang="en-US" altLang="ko-KR" dirty="0">
                <a:solidFill>
                  <a:srgbClr val="CE9178"/>
                </a:solidFill>
                <a:latin typeface="Consolas" panose="020B0609020204030204" pitchFamily="49" charset="0"/>
              </a:rPr>
              <a:t>"</a:t>
            </a:r>
            <a:endParaRPr lang="en-US" altLang="ko-KR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 algn="l"/>
            <a:endParaRPr lang="ko-KR" altLang="en-US" sz="1200" dirty="0">
              <a:solidFill>
                <a:schemeClr val="tx1">
                  <a:lumMod val="75000"/>
                  <a:lumOff val="25000"/>
                </a:schemeClr>
              </a:solidFill>
              <a:latin typeface="+mn-lt"/>
            </a:endParaRPr>
          </a:p>
        </p:txBody>
      </p:sp>
      <p:pic>
        <p:nvPicPr>
          <p:cNvPr id="9" name="그림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9842" y="4333748"/>
            <a:ext cx="6782747" cy="22672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88144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rtl="0"/>
            <a:fld id="{19B51A1E-902D-48AF-9020-955120F399B6}" type="slidenum">
              <a:rPr lang="en-ZA" altLang="ko-KR" noProof="0" smtClean="0"/>
              <a:pPr rtl="0"/>
              <a:t>4</a:t>
            </a:fld>
            <a:endParaRPr lang="ko-KR" altLang="en-US" noProof="0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E456E680-91E7-4B5E-BF8F-30234A8B6A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163" y="864000"/>
            <a:ext cx="9496425" cy="352425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4754495-4A0A-4E89-8051-CDA084ADA917}"/>
              </a:ext>
            </a:extLst>
          </p:cNvPr>
          <p:cNvSpPr txBox="1"/>
          <p:nvPr/>
        </p:nvSpPr>
        <p:spPr>
          <a:xfrm>
            <a:off x="300902" y="4656157"/>
            <a:ext cx="2460229" cy="32818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/>
            <a:r>
              <a: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의미 없는 답변을 반복 생성</a:t>
            </a:r>
            <a:endParaRPr lang="en-US" altLang="ko-KR" dirty="0"/>
          </a:p>
          <a:p>
            <a:pPr algn="l"/>
            <a:endParaRPr lang="ko-KR" altLang="en-US" sz="1200" dirty="0">
              <a:solidFill>
                <a:schemeClr val="tx1">
                  <a:lumMod val="75000"/>
                  <a:lumOff val="25000"/>
                </a:schemeClr>
              </a:solidFill>
              <a:latin typeface="+mn-lt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A13DEA67-09F3-412B-9209-D77F97E123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61131" y="2626125"/>
            <a:ext cx="8839200" cy="33909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099E1BA-9711-48C0-B45C-BC79520855AB}"/>
              </a:ext>
            </a:extLst>
          </p:cNvPr>
          <p:cNvSpPr txBox="1"/>
          <p:nvPr/>
        </p:nvSpPr>
        <p:spPr>
          <a:xfrm>
            <a:off x="5518360" y="6043004"/>
            <a:ext cx="2460229" cy="32818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/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Model</a:t>
            </a:r>
            <a:r>
              <a: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변경과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, prompt </a:t>
            </a:r>
            <a:r>
              <a: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변경 해도 개선이 없음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. </a:t>
            </a:r>
            <a:endParaRPr lang="ko-KR" altLang="en-US" sz="1200" dirty="0">
              <a:solidFill>
                <a:schemeClr val="tx1">
                  <a:lumMod val="75000"/>
                  <a:lumOff val="25000"/>
                </a:schemeClr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71004041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66A866F-395E-47DA-B715-C43305D59A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CE807BD8-40DD-4C99-AE4D-10BF2780EB6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rtl="0"/>
            <a:fld id="{19B51A1E-902D-48AF-9020-955120F399B6}" type="slidenum">
              <a:rPr lang="en-ZA" altLang="ko-KR" noProof="0" smtClean="0"/>
              <a:pPr rtl="0"/>
              <a:t>5</a:t>
            </a:fld>
            <a:endParaRPr lang="ko-KR" altLang="en-US" noProof="0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DB13B996-4612-48B2-9AAC-81DF4B9E8E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178" y="1932734"/>
            <a:ext cx="3209925" cy="73342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58475B8-44AF-4897-A743-ACE0B0176D25}"/>
              </a:ext>
            </a:extLst>
          </p:cNvPr>
          <p:cNvSpPr txBox="1"/>
          <p:nvPr/>
        </p:nvSpPr>
        <p:spPr>
          <a:xfrm>
            <a:off x="758102" y="2896392"/>
            <a:ext cx="2460229" cy="32818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/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rPr>
              <a:t>Repetiion</a:t>
            </a:r>
            <a:r>
              <a: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rPr>
              <a:t> 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_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penaly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부여로 개선 확인</a:t>
            </a:r>
            <a:endParaRPr lang="ko-KR" altLang="en-US" sz="1200" dirty="0">
              <a:solidFill>
                <a:schemeClr val="tx1">
                  <a:lumMod val="75000"/>
                  <a:lumOff val="25000"/>
                </a:schemeClr>
              </a:solidFill>
              <a:latin typeface="+mn-lt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98D80F32-E192-42C3-BAA3-5DFA28E914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61932" y="3224578"/>
            <a:ext cx="9563100" cy="287655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68503FB-D29D-4AB8-B361-8A6ED94CF53B}"/>
              </a:ext>
            </a:extLst>
          </p:cNvPr>
          <p:cNvSpPr txBox="1"/>
          <p:nvPr/>
        </p:nvSpPr>
        <p:spPr>
          <a:xfrm>
            <a:off x="4675678" y="6299345"/>
            <a:ext cx="4387640" cy="32818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/>
            <a:r>
              <a: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rPr>
              <a:t>하지만 여전히 중복된 표현이 존재</a:t>
            </a:r>
            <a:endParaRPr lang="en-US" altLang="ko-KR" sz="1200" dirty="0">
              <a:solidFill>
                <a:schemeClr val="tx1">
                  <a:lumMod val="75000"/>
                  <a:lumOff val="25000"/>
                </a:schemeClr>
              </a:solidFill>
              <a:latin typeface="+mn-lt"/>
            </a:endParaRPr>
          </a:p>
          <a:p>
            <a:pPr algn="l"/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-&gt; 7B model </a:t>
            </a:r>
            <a:r>
              <a: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은 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kernel crash </a:t>
            </a:r>
            <a:r>
              <a: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유발 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-&gt; 4bit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quatization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방법 사용  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-&gt; </a:t>
            </a:r>
            <a:r>
              <a: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적합한 모델 검색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/download</a:t>
            </a:r>
            <a:r>
              <a: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에 많은 시간 소모</a:t>
            </a:r>
            <a:endParaRPr lang="ko-KR" altLang="en-US" sz="1200" dirty="0">
              <a:solidFill>
                <a:schemeClr val="tx1">
                  <a:lumMod val="75000"/>
                  <a:lumOff val="25000"/>
                </a:schemeClr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9821675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D81F6F-B418-4FE3-AD24-8255F8ED83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FBE3FE46-08CE-4258-B7FA-0127A097F18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rtl="0"/>
            <a:fld id="{19B51A1E-902D-48AF-9020-955120F399B6}" type="slidenum">
              <a:rPr lang="en-ZA" altLang="ko-KR" noProof="0" smtClean="0"/>
              <a:pPr rtl="0"/>
              <a:t>6</a:t>
            </a:fld>
            <a:endParaRPr lang="ko-KR" altLang="en-US" noProof="0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0E03F736-14C5-485A-BF5C-A8B1D2D9E1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95675" y="3086100"/>
            <a:ext cx="5200650" cy="6858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F32BBDC-6214-4EBF-AE93-96E9241F8ECE}"/>
              </a:ext>
            </a:extLst>
          </p:cNvPr>
          <p:cNvSpPr txBox="1"/>
          <p:nvPr/>
        </p:nvSpPr>
        <p:spPr>
          <a:xfrm>
            <a:off x="776032" y="2510910"/>
            <a:ext cx="5875780" cy="32818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/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rPr>
              <a:t>Model</a:t>
            </a:r>
            <a:r>
              <a: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rPr>
              <a:t> 변경 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rPr>
              <a:t>(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rPr>
              <a:t>gen_model_id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rPr>
              <a:t> = "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rPr>
              <a:t>mlabonne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rPr>
              <a:t>/gemma-2b“) </a:t>
            </a:r>
            <a:r>
              <a: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rPr>
              <a:t>으로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rPr>
              <a:t> </a:t>
            </a:r>
            <a:r>
              <a: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rPr>
              <a:t>자연어 처리 개선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E47A0BE9-9034-4F71-A70E-D2831F66BF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400" y="4259725"/>
            <a:ext cx="12192000" cy="4525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807945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6AE7AF7-C471-4F75-854F-7A96E8243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A028ACE-4486-42D1-B5AB-8C3C3256147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rtl="0"/>
            <a:fld id="{19B51A1E-902D-48AF-9020-955120F399B6}" type="slidenum">
              <a:rPr lang="en-ZA" altLang="ko-KR" noProof="0" smtClean="0"/>
              <a:pPr rtl="0"/>
              <a:t>7</a:t>
            </a:fld>
            <a:endParaRPr lang="ko-KR" altLang="en-US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8AD52BF-5953-4C39-BDA8-57FA8154E877}"/>
              </a:ext>
            </a:extLst>
          </p:cNvPr>
          <p:cNvSpPr txBox="1"/>
          <p:nvPr/>
        </p:nvSpPr>
        <p:spPr>
          <a:xfrm>
            <a:off x="432000" y="1506863"/>
            <a:ext cx="5875780" cy="32818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/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Jupyter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환경에서는 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file load </a:t>
            </a:r>
            <a:r>
              <a: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에 약 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5</a:t>
            </a:r>
            <a:r>
              <a: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초 소모되었으나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,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streamlit</a:t>
            </a:r>
            <a:r>
              <a: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에서는 매우 오래 소모되어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, </a:t>
            </a:r>
            <a:r>
              <a: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진행 사항 표현하고자 함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. (progress bar) </a:t>
            </a:r>
            <a:endParaRPr lang="ko-KR" altLang="en-US" sz="1200" dirty="0">
              <a:solidFill>
                <a:schemeClr val="tx1">
                  <a:lumMod val="75000"/>
                  <a:lumOff val="25000"/>
                </a:schemeClr>
              </a:solidFill>
              <a:latin typeface="+mn-lt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70C52FF-8253-4B8E-BED9-46C2E602B179}"/>
              </a:ext>
            </a:extLst>
          </p:cNvPr>
          <p:cNvSpPr txBox="1"/>
          <p:nvPr/>
        </p:nvSpPr>
        <p:spPr>
          <a:xfrm>
            <a:off x="7324164" y="2275973"/>
            <a:ext cx="3532094" cy="32818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/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rPr>
              <a:t>Streamlit</a:t>
            </a:r>
            <a:r>
              <a: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rPr>
              <a:t>이 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rPr>
              <a:t>single thread </a:t>
            </a:r>
            <a:r>
              <a: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동작하면서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, </a:t>
            </a:r>
            <a:r>
              <a: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뒤의 수행을 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block</a:t>
            </a:r>
            <a:r>
              <a: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시킴 </a:t>
            </a:r>
            <a:endParaRPr lang="en-US" altLang="ko-KR" sz="12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algn="l"/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rPr>
              <a:t>-&gt; </a:t>
            </a:r>
          </a:p>
          <a:p>
            <a:pPr algn="l"/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rPr>
              <a:t>Progress</a:t>
            </a:r>
            <a:r>
              <a: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rPr>
              <a:t> 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rPr>
              <a:t>bar</a:t>
            </a:r>
            <a:r>
              <a: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rPr>
              <a:t>도 </a:t>
            </a:r>
            <a:r>
              <a:rPr lang="en-US" altLang="ko-KR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rPr>
              <a:t>loader.load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rPr>
              <a:t>() </a:t>
            </a:r>
            <a:r>
              <a: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rPr>
              <a:t>에 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rPr>
              <a:t>block </a:t>
            </a:r>
            <a:r>
              <a: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rPr>
              <a:t>되면서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rPr>
              <a:t> </a:t>
            </a:r>
            <a:r>
              <a: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rPr>
              <a:t>표시가 안됨</a:t>
            </a:r>
            <a:endParaRPr lang="en-US" altLang="ko-KR" sz="1200" dirty="0">
              <a:solidFill>
                <a:schemeClr val="tx1">
                  <a:lumMod val="75000"/>
                  <a:lumOff val="25000"/>
                </a:schemeClr>
              </a:solidFill>
              <a:latin typeface="+mn-lt"/>
            </a:endParaRPr>
          </a:p>
          <a:p>
            <a:pPr algn="l"/>
            <a:endParaRPr lang="en-US" altLang="ko-KR" sz="12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5E629DBF-83A9-4053-987F-2A85812BE0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104" y="2085134"/>
            <a:ext cx="6496050" cy="3781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93707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BA71A8-6742-4252-BCC7-3B5A4058D4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1D875C5-5A28-4EF7-87DB-56F0F6C3112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rtl="0"/>
            <a:fld id="{19B51A1E-902D-48AF-9020-955120F399B6}" type="slidenum">
              <a:rPr lang="en-ZA" altLang="ko-KR" noProof="0" smtClean="0"/>
              <a:pPr rtl="0"/>
              <a:t>8</a:t>
            </a:fld>
            <a:endParaRPr lang="ko-KR" altLang="en-US" noProof="0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DD314497-B1FE-4012-A29A-09ACB92B54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5872" y="1180065"/>
            <a:ext cx="7067550" cy="519112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697C909-476B-4866-8A42-B31EA6995D0B}"/>
              </a:ext>
            </a:extLst>
          </p:cNvPr>
          <p:cNvSpPr txBox="1"/>
          <p:nvPr/>
        </p:nvSpPr>
        <p:spPr>
          <a:xfrm>
            <a:off x="312083" y="1738263"/>
            <a:ext cx="4528857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altLang="ko-KR" sz="18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rPr>
              <a:t>-&gt; docx2txt </a:t>
            </a:r>
            <a:r>
              <a:rPr lang="ko-KR" altLang="en-US" sz="18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rPr>
              <a:t>라이브러리로 변경</a:t>
            </a:r>
            <a:endParaRPr lang="en-US" altLang="ko-KR" sz="1800" dirty="0">
              <a:solidFill>
                <a:schemeClr val="tx1">
                  <a:lumMod val="75000"/>
                  <a:lumOff val="25000"/>
                </a:schemeClr>
              </a:solidFill>
              <a:latin typeface="+mn-lt"/>
            </a:endParaRPr>
          </a:p>
          <a:p>
            <a:pPr algn="l"/>
            <a:r>
              <a:rPr lang="en-US" altLang="ko-KR" dirty="0">
                <a:solidFill>
                  <a:schemeClr val="tx1">
                    <a:lumMod val="75000"/>
                    <a:lumOff val="25000"/>
                  </a:schemeClr>
                </a:solidFill>
              </a:rPr>
              <a:t>-&gt; DB</a:t>
            </a:r>
            <a:r>
              <a:rPr lang="ko-KR" alt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저장도 </a:t>
            </a:r>
            <a:r>
              <a:rPr lang="en-US" altLang="ko-KR" dirty="0">
                <a:solidFill>
                  <a:schemeClr val="tx1">
                    <a:lumMod val="75000"/>
                    <a:lumOff val="25000"/>
                  </a:schemeClr>
                </a:solidFill>
              </a:rPr>
              <a:t>progress bar </a:t>
            </a:r>
            <a:r>
              <a:rPr lang="ko-KR" alt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추가하여</a:t>
            </a:r>
            <a:r>
              <a:rPr lang="en-US" altLang="ko-KR" dirty="0">
                <a:solidFill>
                  <a:schemeClr val="tx1">
                    <a:lumMod val="75000"/>
                    <a:lumOff val="25000"/>
                  </a:schemeClr>
                </a:solidFill>
              </a:rPr>
              <a:t>, </a:t>
            </a:r>
            <a:r>
              <a:rPr lang="ko-KR" alt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진행 사항 표시 </a:t>
            </a:r>
            <a:r>
              <a:rPr lang="en-US" altLang="ko-KR" dirty="0">
                <a:solidFill>
                  <a:schemeClr val="tx1">
                    <a:lumMod val="75000"/>
                    <a:lumOff val="25000"/>
                  </a:schemeClr>
                </a:solidFill>
              </a:rPr>
              <a:t>(docs </a:t>
            </a:r>
            <a:r>
              <a:rPr lang="ko-KR" alt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한번에 </a:t>
            </a:r>
            <a:r>
              <a:rPr lang="ko-KR" altLang="en-US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저장되는것을</a:t>
            </a:r>
            <a:r>
              <a:rPr lang="en-US" altLang="ko-KR" dirty="0">
                <a:solidFill>
                  <a:schemeClr val="tx1">
                    <a:lumMod val="75000"/>
                    <a:lumOff val="25000"/>
                  </a:schemeClr>
                </a:solidFill>
              </a:rPr>
              <a:t>, </a:t>
            </a:r>
            <a:r>
              <a:rPr lang="ko-KR" alt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개별 </a:t>
            </a:r>
            <a:r>
              <a:rPr lang="en-US" altLang="ko-KR" dirty="0">
                <a:solidFill>
                  <a:schemeClr val="tx1">
                    <a:lumMod val="75000"/>
                    <a:lumOff val="25000"/>
                  </a:schemeClr>
                </a:solidFill>
              </a:rPr>
              <a:t>doc </a:t>
            </a:r>
            <a:r>
              <a:rPr lang="ko-KR" alt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단위로 </a:t>
            </a:r>
            <a:r>
              <a:rPr lang="en-US" altLang="ko-KR" dirty="0">
                <a:solidFill>
                  <a:schemeClr val="tx1">
                    <a:lumMod val="75000"/>
                    <a:lumOff val="25000"/>
                  </a:schemeClr>
                </a:solidFill>
              </a:rPr>
              <a:t>progress </a:t>
            </a:r>
            <a:r>
              <a:rPr lang="ko-KR" alt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표시</a:t>
            </a:r>
            <a:r>
              <a:rPr lang="en-US" altLang="ko-KR" dirty="0">
                <a:solidFill>
                  <a:schemeClr val="tx1">
                    <a:lumMod val="75000"/>
                    <a:lumOff val="25000"/>
                  </a:schemeClr>
                </a:solidFill>
              </a:rPr>
              <a:t>) </a:t>
            </a:r>
            <a:endParaRPr lang="ko-KR" altLang="en-US" sz="1800" dirty="0">
              <a:solidFill>
                <a:schemeClr val="tx1">
                  <a:lumMod val="75000"/>
                  <a:lumOff val="25000"/>
                </a:schemeClr>
              </a:solidFill>
              <a:latin typeface="+mn-lt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374AEE62-EA47-4FA6-9237-5D2BE21D8C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2084" y="3137452"/>
            <a:ext cx="4352925" cy="1276350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1B368E58-3688-441D-8F80-74CE79B775D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2084" y="4700307"/>
            <a:ext cx="8858250" cy="2162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183358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E801633-AA69-4A0B-A26F-7E26E14864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B872E07-8B45-4C70-BCF3-BDDAE60E815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rtl="0"/>
            <a:fld id="{19B51A1E-902D-48AF-9020-955120F399B6}" type="slidenum">
              <a:rPr lang="en-ZA" altLang="ko-KR" noProof="0" smtClean="0"/>
              <a:pPr rtl="0"/>
              <a:t>9</a:t>
            </a:fld>
            <a:endParaRPr lang="ko-KR" altLang="en-US" noProof="0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D43D2CAF-1461-4C54-BE44-F6DCF95C67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144223"/>
            <a:ext cx="12192000" cy="56955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447C6E7-29F5-4409-9332-51AF3E6902A3}"/>
              </a:ext>
            </a:extLst>
          </p:cNvPr>
          <p:cNvSpPr txBox="1"/>
          <p:nvPr/>
        </p:nvSpPr>
        <p:spPr>
          <a:xfrm>
            <a:off x="312083" y="1738263"/>
            <a:ext cx="4528857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altLang="ko-KR" dirty="0">
                <a:solidFill>
                  <a:schemeClr val="tx1">
                    <a:lumMod val="75000"/>
                    <a:lumOff val="25000"/>
                  </a:schemeClr>
                </a:solidFill>
              </a:rPr>
              <a:t>RAG</a:t>
            </a:r>
            <a:r>
              <a:rPr lang="ko-KR" alt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ko-KR" altLang="en-US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질의시</a:t>
            </a:r>
            <a:r>
              <a:rPr lang="en-US" altLang="ko-KR" dirty="0">
                <a:solidFill>
                  <a:schemeClr val="tx1">
                    <a:lumMod val="75000"/>
                    <a:lumOff val="25000"/>
                  </a:schemeClr>
                </a:solidFill>
              </a:rPr>
              <a:t>, </a:t>
            </a:r>
            <a:r>
              <a:rPr lang="ko-KR" alt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이전 </a:t>
            </a:r>
            <a:r>
              <a:rPr lang="en-US" altLang="ko-KR" dirty="0">
                <a:solidFill>
                  <a:schemeClr val="tx1">
                    <a:lumMod val="75000"/>
                    <a:lumOff val="25000"/>
                  </a:schemeClr>
                </a:solidFill>
              </a:rPr>
              <a:t>history </a:t>
            </a:r>
            <a:r>
              <a:rPr lang="ko-KR" alt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를 적용했더니</a:t>
            </a:r>
            <a:r>
              <a:rPr lang="en-US" altLang="ko-KR" dirty="0">
                <a:solidFill>
                  <a:schemeClr val="tx1">
                    <a:lumMod val="75000"/>
                    <a:lumOff val="25000"/>
                  </a:schemeClr>
                </a:solidFill>
              </a:rPr>
              <a:t>, </a:t>
            </a:r>
            <a:r>
              <a:rPr lang="ko-KR" alt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여러 질문 이후</a:t>
            </a:r>
            <a:r>
              <a:rPr lang="en-US" altLang="ko-KR" dirty="0">
                <a:solidFill>
                  <a:schemeClr val="tx1">
                    <a:lumMod val="75000"/>
                    <a:lumOff val="25000"/>
                  </a:schemeClr>
                </a:solidFill>
              </a:rPr>
              <a:t>, </a:t>
            </a:r>
            <a:r>
              <a:rPr lang="ko-KR" alt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아래 메시지가 나오면서 수행이 안됨</a:t>
            </a:r>
            <a:r>
              <a:rPr lang="en-US" altLang="ko-KR" dirty="0">
                <a:solidFill>
                  <a:schemeClr val="tx1">
                    <a:lumMod val="75000"/>
                    <a:lumOff val="25000"/>
                  </a:schemeClr>
                </a:solidFill>
              </a:rPr>
              <a:t>. </a:t>
            </a:r>
            <a:endParaRPr lang="ko-KR" altLang="en-US" sz="1800" dirty="0">
              <a:solidFill>
                <a:schemeClr val="tx1">
                  <a:lumMod val="75000"/>
                  <a:lumOff val="25000"/>
                </a:schemeClr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419427998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그림 개체 틀 18" descr="자연 풍경 그림&#10;&#10;높은 신뢰도로 생성된 설명">
            <a:extLst>
              <a:ext uri="{FF2B5EF4-FFF2-40B4-BE49-F238E27FC236}">
                <a16:creationId xmlns:a16="http://schemas.microsoft.com/office/drawing/2014/main" id="{7DD607C7-7CF7-4A0F-BFF7-6F3C46205E68}"/>
              </a:ext>
            </a:extLst>
          </p:cNvPr>
          <p:cNvPicPr>
            <a:picLocks noGrp="1" noChangeAspect="1"/>
          </p:cNvPicPr>
          <p:nvPr>
            <p:ph type="pic" sz="quarter" idx="12"/>
          </p:nvPr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1" r="11"/>
          <a:stretch>
            <a:fillRect/>
          </a:stretch>
        </p:blipFill>
        <p:spPr/>
      </p:pic>
      <p:sp>
        <p:nvSpPr>
          <p:cNvPr id="3" name="제목 2">
            <a:extLst>
              <a:ext uri="{FF2B5EF4-FFF2-40B4-BE49-F238E27FC236}">
                <a16:creationId xmlns:a16="http://schemas.microsoft.com/office/drawing/2014/main" id="{EBDC24D3-EEF0-4B69-A174-E4DFF788489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rtlCol="0"/>
          <a:lstStyle/>
          <a:p>
            <a:pPr rtl="0"/>
            <a:r>
              <a:rPr lang="ko-KR" altLang="en-US" dirty="0"/>
              <a:t>감사합니다</a:t>
            </a:r>
            <a:r>
              <a:rPr lang="en-US" altLang="ko-KR" dirty="0"/>
              <a:t>!</a:t>
            </a:r>
          </a:p>
        </p:txBody>
      </p:sp>
      <p:cxnSp>
        <p:nvCxnSpPr>
          <p:cNvPr id="5" name="직선 연결선(S) 4" descr="구분선">
            <a:extLst>
              <a:ext uri="{FF2B5EF4-FFF2-40B4-BE49-F238E27FC236}">
                <a16:creationId xmlns:a16="http://schemas.microsoft.com/office/drawing/2014/main" id="{FE07C9EC-5158-440C-995A-EAC50D3E05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7777113" y="2412127"/>
            <a:ext cx="0" cy="110019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9" name="그림 개체 틀 28">
            <a:extLst>
              <a:ext uri="{FF2B5EF4-FFF2-40B4-BE49-F238E27FC236}">
                <a16:creationId xmlns:a16="http://schemas.microsoft.com/office/drawing/2014/main" id="{F7A1C9A3-D9CA-3245-A622-A160A2C4AC84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4"/>
          <a:stretch>
            <a:fillRect/>
          </a:stretch>
        </p:blipFill>
        <p:spPr>
          <a:xfrm>
            <a:off x="8065008" y="2591534"/>
            <a:ext cx="1344168" cy="696523"/>
          </a:xfrm>
        </p:spPr>
      </p:pic>
      <p:sp>
        <p:nvSpPr>
          <p:cNvPr id="7" name="부제목 6">
            <a:extLst>
              <a:ext uri="{FF2B5EF4-FFF2-40B4-BE49-F238E27FC236}">
                <a16:creationId xmlns:a16="http://schemas.microsoft.com/office/drawing/2014/main" id="{ACCCCDAD-0E0B-437F-8CAA-0536470B2E2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 rtlCol="0"/>
          <a:lstStyle/>
          <a:p>
            <a:pPr rtl="0"/>
            <a:r>
              <a:rPr lang="ko-KR" altLang="en-US" dirty="0"/>
              <a:t>조지민</a:t>
            </a:r>
          </a:p>
        </p:txBody>
      </p:sp>
      <p:pic>
        <p:nvPicPr>
          <p:cNvPr id="13" name="그래픽 12" descr="사용자" title="아이콘 - 발표자 이름">
            <a:extLst>
              <a:ext uri="{FF2B5EF4-FFF2-40B4-BE49-F238E27FC236}">
                <a16:creationId xmlns:a16="http://schemas.microsoft.com/office/drawing/2014/main" id="{708AF784-88DE-4E89-A28B-BECD54FC11CC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284624" y="3886690"/>
            <a:ext cx="164463" cy="164463"/>
          </a:xfrm>
          <a:prstGeom prst="rect">
            <a:avLst/>
          </a:prstGeom>
        </p:spPr>
      </p:pic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650F9D0C-7F14-4B83-A0A3-5710128C815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 rtlCol="0"/>
          <a:lstStyle/>
          <a:p>
            <a:pPr rtl="0"/>
            <a:r>
              <a:rPr lang="en-US" altLang="ko-KR" dirty="0"/>
              <a:t>+1 23 987 6554</a:t>
            </a:r>
          </a:p>
        </p:txBody>
      </p:sp>
      <p:pic>
        <p:nvPicPr>
          <p:cNvPr id="15" name="그래픽 14" descr="휴대폰" title="아이콘 - 발표자 전화 번호">
            <a:extLst>
              <a:ext uri="{FF2B5EF4-FFF2-40B4-BE49-F238E27FC236}">
                <a16:creationId xmlns:a16="http://schemas.microsoft.com/office/drawing/2014/main" id="{E276E47B-4C08-4FEC-AAE8-3DCCBA7EE72D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284624" y="4196776"/>
            <a:ext cx="164463" cy="164463"/>
          </a:xfrm>
          <a:prstGeom prst="rect">
            <a:avLst/>
          </a:prstGeom>
        </p:spPr>
      </p:pic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2EF9E03C-A81E-4083-9F20-EF8FFAF5914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 rtlCol="0"/>
          <a:lstStyle/>
          <a:p>
            <a:pPr rtl="0"/>
            <a:r>
              <a:rPr lang="ko-KR" altLang="en-US" dirty="0"/>
              <a:t>지민</a:t>
            </a:r>
            <a:r>
              <a:rPr lang="en-US" altLang="ko-KR" dirty="0"/>
              <a:t>@email.com</a:t>
            </a:r>
          </a:p>
        </p:txBody>
      </p:sp>
      <p:pic>
        <p:nvPicPr>
          <p:cNvPr id="14" name="그래픽 13" descr="봉투" title="발표자 전자 메일 아이콘">
            <a:extLst>
              <a:ext uri="{FF2B5EF4-FFF2-40B4-BE49-F238E27FC236}">
                <a16:creationId xmlns:a16="http://schemas.microsoft.com/office/drawing/2014/main" id="{4F2D4997-93AD-4A62-8488-4572923DB817}"/>
              </a:ext>
            </a:extLst>
          </p:cNvPr>
          <p:cNvPicPr>
            <a:picLocks noChangeAspect="1"/>
          </p:cNvPicPr>
          <p:nvPr/>
        </p:nvPicPr>
        <p:blipFill>
          <a:blip r:embed="rId9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284624" y="4530964"/>
            <a:ext cx="164463" cy="164463"/>
          </a:xfrm>
          <a:prstGeom prst="rect">
            <a:avLst/>
          </a:prstGeom>
        </p:spPr>
      </p:pic>
      <p:sp>
        <p:nvSpPr>
          <p:cNvPr id="26" name="텍스트 개체 틀 25">
            <a:extLst>
              <a:ext uri="{FF2B5EF4-FFF2-40B4-BE49-F238E27FC236}">
                <a16:creationId xmlns:a16="http://schemas.microsoft.com/office/drawing/2014/main" id="{88557579-7DEF-FF4C-AD37-0E81A6BB3B7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 rtlCol="0"/>
          <a:lstStyle/>
          <a:p>
            <a:pPr rtl="0"/>
            <a:r>
              <a:rPr lang="en-US" altLang="ko-KR" dirty="0">
                <a:hlinkClick r:id="rId11"/>
              </a:rPr>
              <a:t>www.fabrikam.com</a:t>
            </a:r>
            <a:r>
              <a:rPr lang="ko-KR" altLang="en-US" dirty="0"/>
              <a:t> </a:t>
            </a:r>
          </a:p>
        </p:txBody>
      </p:sp>
      <p:pic>
        <p:nvPicPr>
          <p:cNvPr id="30" name="그래픽 29" descr="세계">
            <a:extLst>
              <a:ext uri="{FF2B5EF4-FFF2-40B4-BE49-F238E27FC236}">
                <a16:creationId xmlns:a16="http://schemas.microsoft.com/office/drawing/2014/main" id="{07973E30-0C12-8442-90B5-47D1C45545AE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7278999" y="4843614"/>
            <a:ext cx="170088" cy="1700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14296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Great Pitch Decks - Environment">
      <a:dk1>
        <a:sysClr val="windowText" lastClr="000000"/>
      </a:dk1>
      <a:lt1>
        <a:sysClr val="window" lastClr="FFFFFF"/>
      </a:lt1>
      <a:dk2>
        <a:srgbClr val="375C1E"/>
      </a:dk2>
      <a:lt2>
        <a:srgbClr val="E2DFCC"/>
      </a:lt2>
      <a:accent1>
        <a:srgbClr val="9ACB39"/>
      </a:accent1>
      <a:accent2>
        <a:srgbClr val="64C24A"/>
      </a:accent2>
      <a:accent3>
        <a:srgbClr val="297D53"/>
      </a:accent3>
      <a:accent4>
        <a:srgbClr val="FECF3F"/>
      </a:accent4>
      <a:accent5>
        <a:srgbClr val="F99D40"/>
      </a:accent5>
      <a:accent6>
        <a:srgbClr val="715C21"/>
      </a:accent6>
      <a:hlink>
        <a:srgbClr val="63A537"/>
      </a:hlink>
      <a:folHlink>
        <a:srgbClr val="63A537"/>
      </a:folHlink>
    </a:clrScheme>
    <a:fontScheme name="Custom 143">
      <a:majorFont>
        <a:latin typeface="Rockwell"/>
        <a:ea typeface=""/>
        <a:cs typeface=""/>
      </a:majorFont>
      <a:minorFont>
        <a:latin typeface="Calibri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lumMod val="95000"/>
          </a:schemeClr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0" rIns="0" bIns="0" rtlCol="0">
        <a:noAutofit/>
      </a:bodyPr>
      <a:lstStyle>
        <a:defPPr algn="l">
          <a:defRPr sz="1200" dirty="0" smtClean="0">
            <a:solidFill>
              <a:schemeClr val="tx1">
                <a:lumMod val="75000"/>
                <a:lumOff val="25000"/>
              </a:schemeClr>
            </a:solidFill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_19716240_TF16411175.potx" id="{2F727159-B4B2-45D8-A163-ABEEA6822E57}" vid="{24BD772C-EB44-4D55-AA09-B81AA5E53BF7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Verdant 발표 데크</Template>
  <TotalTime>0</TotalTime>
  <Words>249</Words>
  <Application>Microsoft Office PowerPoint</Application>
  <PresentationFormat>와이드스크린</PresentationFormat>
  <Paragraphs>37</Paragraphs>
  <Slides>10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10</vt:i4>
      </vt:variant>
    </vt:vector>
  </HeadingPairs>
  <TitlesOfParts>
    <vt:vector size="17" baseType="lpstr">
      <vt:lpstr>맑은 고딕</vt:lpstr>
      <vt:lpstr>Arial</vt:lpstr>
      <vt:lpstr>Calibri Light</vt:lpstr>
      <vt:lpstr>Consolas</vt:lpstr>
      <vt:lpstr>Rockwell</vt:lpstr>
      <vt:lpstr>Times New Roman</vt:lpstr>
      <vt:lpstr>Office 테마</vt:lpstr>
      <vt:lpstr>프레젠테이션  제목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감사합니다!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</cp:revision>
  <dcterms:created xsi:type="dcterms:W3CDTF">2025-11-25T12:45:17Z</dcterms:created>
  <dcterms:modified xsi:type="dcterms:W3CDTF">2025-11-26T08:50:35Z</dcterms:modified>
</cp:coreProperties>
</file>