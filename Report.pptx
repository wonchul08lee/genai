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97" r:id="rId3"/>
    <p:sldId id="298" r:id="rId4"/>
    <p:sldId id="299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79" r:id="rId1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만든 이" initials="오전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C1F4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33" autoAdjust="0"/>
    <p:restoredTop sz="94607" autoAdjust="0"/>
  </p:normalViewPr>
  <p:slideViewPr>
    <p:cSldViewPr snapToGrid="0">
      <p:cViewPr varScale="1">
        <p:scale>
          <a:sx n="155" d="100"/>
          <a:sy n="155" d="100"/>
        </p:scale>
        <p:origin x="156" y="312"/>
      </p:cViewPr>
      <p:guideLst/>
    </p:cSldViewPr>
  </p:slideViewPr>
  <p:outlineViewPr>
    <p:cViewPr>
      <p:scale>
        <a:sx n="33" d="100"/>
        <a:sy n="33" d="100"/>
      </p:scale>
      <p:origin x="0" y="-1739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3" d="100"/>
          <a:sy n="123" d="100"/>
        </p:scale>
        <p:origin x="49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11-25T22:34:04.602" idx="1">
    <p:pos x="10" y="10"/>
    <p:text/>
    <p:extLst>
      <p:ext uri="{C676402C-5697-4E1C-873F-D02D1690AC5C}">
        <p15:threadingInfo xmlns:p15="http://schemas.microsoft.com/office/powerpoint/2012/main" timeZoneBias="-54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C352C7-1016-4D1A-9D3E-2095A1002F91}" type="datetime4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2025년 11월 26일</a:t>
            </a:fld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en-ZA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17870AF-1C7D-40B6-B679-6F8254403883}" type="datetime4">
              <a:rPr lang="ko-KR" altLang="en-US" smtClean="0"/>
              <a:pPr/>
              <a:t>2025년 11월 26일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ZA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  <a:endParaRPr lang="ko-KR" altLang="en-ZA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B8649DAF-093F-4482-AA38-346E9A2DEE94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681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649DAF-093F-4482-AA38-346E9A2DEE94}" type="slidenum">
              <a:rPr lang="en-ZA" altLang="ko-KR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3554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649DAF-093F-4482-AA38-346E9A2DEE94}" type="slidenum">
              <a:rPr lang="en-ZA" altLang="ko-KR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163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5" y="86714"/>
            <a:ext cx="12018572" cy="6684572"/>
          </a:xfrm>
          <a:solidFill>
            <a:schemeClr val="bg1">
              <a:lumMod val="85000"/>
            </a:schemeClr>
          </a:solidFill>
        </p:spPr>
        <p:txBody>
          <a:bodyPr lIns="360000" tIns="360000" rtlCol="0"/>
          <a:lstStyle>
            <a:lvl1pPr marL="0" indent="0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768422"/>
            <a:ext cx="6840000" cy="2387600"/>
          </a:xfrm>
          <a:solidFill>
            <a:schemeClr val="tx1">
              <a:alpha val="80000"/>
            </a:schemeClr>
          </a:solidFill>
        </p:spPr>
        <p:txBody>
          <a:bodyPr lIns="432000" rIns="432000" bIns="144000" rtlCol="0" anchor="b"/>
          <a:lstStyle>
            <a:lvl1pPr algn="l">
              <a:defRPr sz="42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클릭하여 마스터 편집 </a:t>
            </a:r>
            <a:br>
              <a:rPr lang="ko-KR" altLang="en-US" noProof="0" dirty="0"/>
            </a:br>
            <a:r>
              <a:rPr lang="ko-KR" altLang="en-US" noProof="0" dirty="0"/>
              <a:t>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53578"/>
            <a:ext cx="6840000" cy="936000"/>
          </a:xfrm>
          <a:solidFill>
            <a:schemeClr val="tx1">
              <a:alpha val="90000"/>
            </a:schemeClr>
          </a:solidFill>
        </p:spPr>
        <p:txBody>
          <a:bodyPr lIns="432000" tIns="144000" rtlCol="0"/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4E1F0E-A827-4F38-BAAB-5D5831E0813A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B7D9229-CE8B-44FD-B1E6-2FE619F40B4F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83AF15-88E9-4D75-9D5E-7E4924887E91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B18E46-480F-48E8-9675-259D3D06A00D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4" y="86714"/>
            <a:ext cx="6009285" cy="6684572"/>
          </a:xfr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86714"/>
            <a:ext cx="6009287" cy="4068402"/>
          </a:xfrm>
          <a:solidFill>
            <a:schemeClr val="tx1">
              <a:alpha val="80000"/>
            </a:schemeClr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 dirty="0"/>
              <a:t>클릭하여 편집 </a:t>
            </a:r>
            <a:br>
              <a:rPr lang="ko-KR" altLang="en-US" noProof="0" dirty="0"/>
            </a:br>
            <a:r>
              <a:rPr lang="ko-KR" altLang="en-US" noProof="0" dirty="0"/>
              <a:t>마스터 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4152672"/>
            <a:ext cx="6009287" cy="1818422"/>
          </a:xfrm>
          <a:solidFill>
            <a:schemeClr val="bg1">
              <a:lumMod val="95000"/>
              <a:alpha val="80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상자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ko-KR" altLang="en-US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4743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큰 이미지 및 텍스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000" y="3517901"/>
            <a:ext cx="6012000" cy="1409700"/>
          </a:xfrm>
          <a:solidFill>
            <a:schemeClr val="tx1"/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 dirty="0"/>
              <a:t>클릭하여 편집 </a:t>
            </a:r>
            <a:br>
              <a:rPr lang="ko-KR" altLang="en-US" noProof="0" dirty="0"/>
            </a:br>
            <a:r>
              <a:rPr lang="ko-KR" altLang="en-US" noProof="0" dirty="0"/>
              <a:t>마스터 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000" y="4927600"/>
            <a:ext cx="6012000" cy="1845743"/>
          </a:xfrm>
          <a:solidFill>
            <a:schemeClr val="tx1">
              <a:lumMod val="85000"/>
              <a:lumOff val="15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상자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ko-KR" altLang="en-US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000" y="86714"/>
            <a:ext cx="6009285" cy="3431187"/>
          </a:xfrm>
          <a:solidFill>
            <a:srgbClr val="333333"/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ED5F0C9D-A08F-4539-BA26-61D24BBE6E9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464300" y="1152000"/>
            <a:ext cx="5307700" cy="4680000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607283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11340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152000"/>
            <a:ext cx="5472000" cy="504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152525"/>
            <a:ext cx="5472113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360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152000"/>
            <a:ext cx="3600450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152000"/>
            <a:ext cx="3600450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216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148060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디지털 제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25BC56-C7B6-400F-80F9-3F968E2CAE0E}"/>
              </a:ext>
            </a:extLst>
          </p:cNvPr>
          <p:cNvGrpSpPr/>
          <p:nvPr userDrawn="1"/>
        </p:nvGrpSpPr>
        <p:grpSpPr>
          <a:xfrm>
            <a:off x="3383603" y="1013721"/>
            <a:ext cx="7749965" cy="5100743"/>
            <a:chOff x="510812" y="938373"/>
            <a:chExt cx="8073393" cy="5313612"/>
          </a:xfrm>
        </p:grpSpPr>
        <p:sp>
          <p:nvSpPr>
            <p:cNvPr id="44" name="모서리가 둥근 직사각형 15">
              <a:extLst>
                <a:ext uri="{FF2B5EF4-FFF2-40B4-BE49-F238E27FC236}">
                  <a16:creationId xmlns:a16="http://schemas.microsoft.com/office/drawing/2014/main" id="{1EC806EC-A1B2-4893-9504-1D7FFE8E238F}"/>
                </a:ext>
              </a:extLst>
            </p:cNvPr>
            <p:cNvSpPr/>
            <p:nvPr/>
          </p:nvSpPr>
          <p:spPr>
            <a:xfrm>
              <a:off x="877709" y="938373"/>
              <a:ext cx="7339600" cy="5234482"/>
            </a:xfrm>
            <a:prstGeom prst="round2SameRect">
              <a:avLst>
                <a:gd name="adj1" fmla="val 5601"/>
                <a:gd name="adj2" fmla="val 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5" name="모서리가 둥근 직사각형 15">
              <a:extLst>
                <a:ext uri="{FF2B5EF4-FFF2-40B4-BE49-F238E27FC236}">
                  <a16:creationId xmlns:a16="http://schemas.microsoft.com/office/drawing/2014/main" id="{535A1B12-6F16-41A0-A6B1-4AD0CCB5A081}"/>
                </a:ext>
              </a:extLst>
            </p:cNvPr>
            <p:cNvSpPr/>
            <p:nvPr/>
          </p:nvSpPr>
          <p:spPr>
            <a:xfrm>
              <a:off x="930758" y="995668"/>
              <a:ext cx="7233502" cy="5177187"/>
            </a:xfrm>
            <a:prstGeom prst="round2SameRect">
              <a:avLst>
                <a:gd name="adj1" fmla="val 4499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6" name="직사각형: 둥근 모서리 45">
              <a:extLst>
                <a:ext uri="{FF2B5EF4-FFF2-40B4-BE49-F238E27FC236}">
                  <a16:creationId xmlns:a16="http://schemas.microsoft.com/office/drawing/2014/main" id="{379B244F-CF81-4500-A78E-495ABA6828BA}"/>
                </a:ext>
              </a:extLst>
            </p:cNvPr>
            <p:cNvSpPr/>
            <p:nvPr/>
          </p:nvSpPr>
          <p:spPr>
            <a:xfrm rot="16200000">
              <a:off x="2264894" y="295974"/>
              <a:ext cx="4565229" cy="6599909"/>
            </a:xfrm>
            <a:prstGeom prst="roundRect">
              <a:avLst>
                <a:gd name="adj" fmla="val 1476"/>
              </a:avLst>
            </a:prstGeom>
            <a:solidFill>
              <a:schemeClr val="bg1"/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7" name="모서리가 둥근 직사각형 15">
              <a:extLst>
                <a:ext uri="{FF2B5EF4-FFF2-40B4-BE49-F238E27FC236}">
                  <a16:creationId xmlns:a16="http://schemas.microsoft.com/office/drawing/2014/main" id="{EE88F157-E260-486F-937E-C18428699861}"/>
                </a:ext>
              </a:extLst>
            </p:cNvPr>
            <p:cNvSpPr/>
            <p:nvPr/>
          </p:nvSpPr>
          <p:spPr>
            <a:xfrm rot="10800000">
              <a:off x="510812" y="5998253"/>
              <a:ext cx="8073393" cy="24897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8" name="모서리가 둥근 직사각형 15">
              <a:extLst>
                <a:ext uri="{FF2B5EF4-FFF2-40B4-BE49-F238E27FC236}">
                  <a16:creationId xmlns:a16="http://schemas.microsoft.com/office/drawing/2014/main" id="{F736AFAF-44AD-47CE-A63B-210102A4BF0B}"/>
                </a:ext>
              </a:extLst>
            </p:cNvPr>
            <p:cNvSpPr/>
            <p:nvPr userDrawn="1"/>
          </p:nvSpPr>
          <p:spPr>
            <a:xfrm>
              <a:off x="3668019" y="6206338"/>
              <a:ext cx="1758981" cy="4564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chemeClr val="tx1">
                    <a:alpha val="0"/>
                  </a:schemeClr>
                </a:gs>
                <a:gs pos="100000">
                  <a:schemeClr val="tx1">
                    <a:alpha val="31000"/>
                  </a:schemeClr>
                </a:gs>
              </a:gsLst>
              <a:lin ang="16200000" scaled="0"/>
            </a:gra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4F6457E-3660-4E80-82BC-8894D701DEE9}"/>
                </a:ext>
              </a:extLst>
            </p:cNvPr>
            <p:cNvSpPr/>
            <p:nvPr/>
          </p:nvSpPr>
          <p:spPr>
            <a:xfrm rot="16200000">
              <a:off x="4660498" y="1119143"/>
              <a:ext cx="48680" cy="486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0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88230416-7E55-4CB0-9548-491BA471E9E8}"/>
                </a:ext>
              </a:extLst>
            </p:cNvPr>
            <p:cNvSpPr/>
            <p:nvPr/>
          </p:nvSpPr>
          <p:spPr>
            <a:xfrm rot="16200000">
              <a:off x="4505961" y="1106017"/>
              <a:ext cx="83096" cy="8309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E3C1810-AD4F-4393-928E-CFA8053A2CC2}"/>
                </a:ext>
              </a:extLst>
            </p:cNvPr>
            <p:cNvSpPr/>
            <p:nvPr/>
          </p:nvSpPr>
          <p:spPr>
            <a:xfrm rot="16200000">
              <a:off x="4524686" y="1124741"/>
              <a:ext cx="45647" cy="4564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152000"/>
            <a:ext cx="2951603" cy="2196235"/>
          </a:xfrm>
        </p:spPr>
        <p:txBody>
          <a:bodyPr rtlCol="0" anchor="b"/>
          <a:lstStyle>
            <a:lvl1pPr marL="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5429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8096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0763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 dirty="0"/>
              <a:t>여기에 강조 표시된 텍스트 삽입</a:t>
            </a:r>
            <a:endParaRPr lang="ko-KR" altLang="en-ZA" noProof="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5" name="그림 개체 틀 4">
            <a:extLst>
              <a:ext uri="{FF2B5EF4-FFF2-40B4-BE49-F238E27FC236}">
                <a16:creationId xmlns:a16="http://schemas.microsoft.com/office/drawing/2014/main" id="{8C1EA41E-F6C4-484F-95E9-42978FF2162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092796" y="1376357"/>
            <a:ext cx="6333545" cy="4379625"/>
          </a:xfrm>
          <a:prstGeom prst="roundRect">
            <a:avLst>
              <a:gd name="adj" fmla="val 1356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i="1"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5FD3B7C-17C6-4327-986C-A8A6D6EC1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800" y="3509766"/>
            <a:ext cx="2951163" cy="2322709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336286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큰 번호 옵션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730F7266-25A0-4B3A-A8CE-F083ECC9D4C6}"/>
              </a:ext>
            </a:extLst>
          </p:cNvPr>
          <p:cNvSpPr/>
          <p:nvPr userDrawn="1"/>
        </p:nvSpPr>
        <p:spPr>
          <a:xfrm>
            <a:off x="0" y="2539992"/>
            <a:ext cx="5373076" cy="4318008"/>
          </a:xfrm>
          <a:custGeom>
            <a:avLst/>
            <a:gdLst>
              <a:gd name="connsiteX0" fmla="*/ 4972877 w 5373076"/>
              <a:gd name="connsiteY0" fmla="*/ 1816430 h 4318008"/>
              <a:gd name="connsiteX1" fmla="*/ 5211912 w 5373076"/>
              <a:gd name="connsiteY1" fmla="*/ 2046590 h 4318008"/>
              <a:gd name="connsiteX2" fmla="*/ 4866804 w 5373076"/>
              <a:gd name="connsiteY2" fmla="*/ 2013272 h 4318008"/>
              <a:gd name="connsiteX3" fmla="*/ 3721849 w 5373076"/>
              <a:gd name="connsiteY3" fmla="*/ 1808102 h 4318008"/>
              <a:gd name="connsiteX4" fmla="*/ 3854624 w 5373076"/>
              <a:gd name="connsiteY4" fmla="*/ 2524110 h 4318008"/>
              <a:gd name="connsiteX5" fmla="*/ 3419634 w 5373076"/>
              <a:gd name="connsiteY5" fmla="*/ 2322178 h 4318008"/>
              <a:gd name="connsiteX6" fmla="*/ 3604566 w 5373076"/>
              <a:gd name="connsiteY6" fmla="*/ 1945430 h 4318008"/>
              <a:gd name="connsiteX7" fmla="*/ 2301472 w 5373076"/>
              <a:gd name="connsiteY7" fmla="*/ 1771765 h 4318008"/>
              <a:gd name="connsiteX8" fmla="*/ 3237442 w 5373076"/>
              <a:gd name="connsiteY8" fmla="*/ 2134997 h 4318008"/>
              <a:gd name="connsiteX9" fmla="*/ 3266331 w 5373076"/>
              <a:gd name="connsiteY9" fmla="*/ 2949530 h 4318008"/>
              <a:gd name="connsiteX10" fmla="*/ 1897852 w 5373076"/>
              <a:gd name="connsiteY10" fmla="*/ 4318008 h 4318008"/>
              <a:gd name="connsiteX11" fmla="*/ 134565 w 5373076"/>
              <a:gd name="connsiteY11" fmla="*/ 4318008 h 4318008"/>
              <a:gd name="connsiteX12" fmla="*/ 0 w 5373076"/>
              <a:gd name="connsiteY12" fmla="*/ 4183443 h 4318008"/>
              <a:gd name="connsiteX13" fmla="*/ 0 w 5373076"/>
              <a:gd name="connsiteY13" fmla="*/ 2855805 h 4318008"/>
              <a:gd name="connsiteX14" fmla="*/ 5243699 w 5373076"/>
              <a:gd name="connsiteY14" fmla="*/ 652159 h 4318008"/>
              <a:gd name="connsiteX15" fmla="*/ 5058767 w 5373076"/>
              <a:gd name="connsiteY15" fmla="*/ 1028908 h 4318008"/>
              <a:gd name="connsiteX16" fmla="*/ 4960786 w 5373076"/>
              <a:gd name="connsiteY16" fmla="*/ 983422 h 4318008"/>
              <a:gd name="connsiteX17" fmla="*/ 3473588 w 5373076"/>
              <a:gd name="connsiteY17" fmla="*/ 405712 h 4318008"/>
              <a:gd name="connsiteX18" fmla="*/ 4094196 w 5373076"/>
              <a:gd name="connsiteY18" fmla="*/ 1366894 h 4318008"/>
              <a:gd name="connsiteX19" fmla="*/ 3778134 w 5373076"/>
              <a:gd name="connsiteY19" fmla="*/ 1741309 h 4318008"/>
              <a:gd name="connsiteX20" fmla="*/ 2824519 w 5373076"/>
              <a:gd name="connsiteY20" fmla="*/ 1808100 h 4318008"/>
              <a:gd name="connsiteX21" fmla="*/ 4454991 w 5373076"/>
              <a:gd name="connsiteY21" fmla="*/ 0 h 4318008"/>
              <a:gd name="connsiteX22" fmla="*/ 5373076 w 5373076"/>
              <a:gd name="connsiteY22" fmla="*/ 32358 h 4318008"/>
              <a:gd name="connsiteX23" fmla="*/ 4628717 w 5373076"/>
              <a:gd name="connsiteY23" fmla="*/ 1349015 h 4318008"/>
              <a:gd name="connsiteX24" fmla="*/ 4094010 w 5373076"/>
              <a:gd name="connsiteY24" fmla="*/ 779481 h 4318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373076" h="4318008">
                <a:moveTo>
                  <a:pt x="4972877" y="1816430"/>
                </a:moveTo>
                <a:lnTo>
                  <a:pt x="5211912" y="2046590"/>
                </a:lnTo>
                <a:lnTo>
                  <a:pt x="4866804" y="2013272"/>
                </a:lnTo>
                <a:close/>
                <a:moveTo>
                  <a:pt x="3721849" y="1808102"/>
                </a:moveTo>
                <a:lnTo>
                  <a:pt x="3854624" y="2524110"/>
                </a:lnTo>
                <a:lnTo>
                  <a:pt x="3419634" y="2322178"/>
                </a:lnTo>
                <a:lnTo>
                  <a:pt x="3604566" y="1945430"/>
                </a:lnTo>
                <a:close/>
                <a:moveTo>
                  <a:pt x="2301472" y="1771765"/>
                </a:moveTo>
                <a:lnTo>
                  <a:pt x="3237442" y="2134997"/>
                </a:lnTo>
                <a:lnTo>
                  <a:pt x="3266331" y="2949530"/>
                </a:lnTo>
                <a:lnTo>
                  <a:pt x="1897852" y="4318008"/>
                </a:lnTo>
                <a:lnTo>
                  <a:pt x="134565" y="4318008"/>
                </a:lnTo>
                <a:lnTo>
                  <a:pt x="0" y="4183443"/>
                </a:lnTo>
                <a:lnTo>
                  <a:pt x="0" y="2855805"/>
                </a:lnTo>
                <a:close/>
                <a:moveTo>
                  <a:pt x="5243699" y="652159"/>
                </a:moveTo>
                <a:lnTo>
                  <a:pt x="5058767" y="1028908"/>
                </a:lnTo>
                <a:lnTo>
                  <a:pt x="4960786" y="983422"/>
                </a:lnTo>
                <a:close/>
                <a:moveTo>
                  <a:pt x="3473588" y="405712"/>
                </a:moveTo>
                <a:lnTo>
                  <a:pt x="4094196" y="1366894"/>
                </a:lnTo>
                <a:lnTo>
                  <a:pt x="3778134" y="1741309"/>
                </a:lnTo>
                <a:lnTo>
                  <a:pt x="2824519" y="1808100"/>
                </a:lnTo>
                <a:close/>
                <a:moveTo>
                  <a:pt x="4454991" y="0"/>
                </a:moveTo>
                <a:lnTo>
                  <a:pt x="5373076" y="32358"/>
                </a:lnTo>
                <a:lnTo>
                  <a:pt x="4628717" y="1349015"/>
                </a:lnTo>
                <a:lnTo>
                  <a:pt x="4094010" y="77948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 userDrawn="1">
            <p:ph sz="half" idx="1"/>
          </p:nvPr>
        </p:nvSpPr>
        <p:spPr>
          <a:xfrm>
            <a:off x="906843" y="3429050"/>
            <a:ext cx="4522314" cy="2762949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 userDrawn="1"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 userDrawn="1"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 userDrawn="1">
            <p:ph type="body" sz="quarter" idx="12"/>
          </p:nvPr>
        </p:nvSpPr>
        <p:spPr>
          <a:xfrm>
            <a:off x="6774740" y="3429000"/>
            <a:ext cx="4522407" cy="2762250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FEF984BB-176D-4924-ADAD-52FBC95B07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463" y="2278063"/>
            <a:ext cx="4522787" cy="885825"/>
          </a:xfrm>
        </p:spPr>
        <p:txBody>
          <a:bodyPr rtlCol="0" anchor="ctr"/>
          <a:lstStyle>
            <a:lvl1pPr marL="0" indent="0">
              <a:buNone/>
              <a:defRPr sz="80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 sz="8000">
                <a:latin typeface="+mj-lt"/>
              </a:defRPr>
            </a:lvl2pPr>
            <a:lvl3pPr marL="542925" indent="0">
              <a:buNone/>
              <a:defRPr sz="8000">
                <a:latin typeface="+mj-lt"/>
              </a:defRPr>
            </a:lvl3pPr>
            <a:lvl4pPr marL="809625" indent="0">
              <a:buNone/>
              <a:defRPr sz="8000">
                <a:latin typeface="+mj-lt"/>
              </a:defRPr>
            </a:lvl4pPr>
            <a:lvl5pPr marL="1076325" indent="0">
              <a:buNone/>
              <a:defRPr sz="8000">
                <a:latin typeface="+mj-lt"/>
              </a:defRPr>
            </a:lvl5pPr>
          </a:lstStyle>
          <a:p>
            <a:pPr lvl="0" rtl="0"/>
            <a:r>
              <a:rPr lang="en-US" altLang="ko-KR" noProof="0" dirty="0"/>
              <a:t>1</a:t>
            </a:r>
            <a:endParaRPr lang="ko-KR" altLang="en-ZA" noProof="0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59BE1D7-885A-4749-99BA-6909D64AFA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62750" y="2278063"/>
            <a:ext cx="4522787" cy="885825"/>
          </a:xfrm>
        </p:spPr>
        <p:txBody>
          <a:bodyPr rtlCol="0" anchor="ctr"/>
          <a:lstStyle>
            <a:lvl1pPr marL="0" indent="0">
              <a:buNone/>
              <a:defRPr sz="8000" b="1" i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en-US" altLang="ko-KR" noProof="0" dirty="0"/>
              <a:t>2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17644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 noProof="0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1584000"/>
            <a:ext cx="5472000" cy="4608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9337FD81-6DFD-43B7-A7D9-59E45ECDF3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17B7460-0559-435A-9C2F-1B12BC6CE1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84325"/>
            <a:ext cx="5472113" cy="46069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152525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ko-KR" altLang="en-US" noProof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39098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열 상자 표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96" y="2463936"/>
            <a:ext cx="3726003" cy="3314545"/>
          </a:xfrm>
          <a:prstGeom prst="rightArrowCallout">
            <a:avLst>
              <a:gd name="adj1" fmla="val 50000"/>
              <a:gd name="adj2" fmla="val 25000"/>
              <a:gd name="adj3" fmla="val 15421"/>
              <a:gd name="adj4" fmla="val 80487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13985" y="2463801"/>
            <a:ext cx="3726469" cy="3314200"/>
          </a:xfrm>
          <a:prstGeom prst="rightArrowCallout">
            <a:avLst>
              <a:gd name="adj1" fmla="val 50000"/>
              <a:gd name="adj2" fmla="val 25000"/>
              <a:gd name="adj3" fmla="val 16186"/>
              <a:gd name="adj4" fmla="val 80493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83985" y="2463801"/>
            <a:ext cx="2963619" cy="3314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8E9D1B9-1C3A-4397-B3B4-9A921D6415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B4F049D-3C57-44BB-ACE2-1363AF36D9E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4236" y="1647240"/>
            <a:ext cx="2975578" cy="648000"/>
          </a:xfrm>
          <a:ln>
            <a:solidFill>
              <a:schemeClr val="accent1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1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FB9B793F-A64B-475C-96F3-FB40100E01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608336" y="1647040"/>
            <a:ext cx="2975578" cy="648000"/>
          </a:xfrm>
          <a:ln>
            <a:solidFill>
              <a:schemeClr val="accent2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2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0EF53567-5287-43FB-B07E-A12F3AEEDB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83986" y="1647240"/>
            <a:ext cx="2975578" cy="648000"/>
          </a:xfrm>
          <a:ln>
            <a:solidFill>
              <a:schemeClr val="accent3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3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755733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시간 표시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158F80-0C1A-4B9E-9335-A5A0015187F7}"/>
              </a:ext>
            </a:extLst>
          </p:cNvPr>
          <p:cNvCxnSpPr/>
          <p:nvPr userDrawn="1"/>
        </p:nvCxnSpPr>
        <p:spPr>
          <a:xfrm>
            <a:off x="431800" y="3866682"/>
            <a:ext cx="11339513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텍스트 개체 틀 10">
            <a:extLst>
              <a:ext uri="{FF2B5EF4-FFF2-40B4-BE49-F238E27FC236}">
                <a16:creationId xmlns:a16="http://schemas.microsoft.com/office/drawing/2014/main" id="{723DA611-B88C-4D7E-82A4-5E4CA9DC2EA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129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</a:t>
            </a:r>
            <a:endParaRPr lang="ko-KR" altLang="en-ZA" noProof="0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180A0FA4-75CD-4A61-AA79-9C3C5F97ED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17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1" name="텍스트 개체 틀 10">
            <a:extLst>
              <a:ext uri="{FF2B5EF4-FFF2-40B4-BE49-F238E27FC236}">
                <a16:creationId xmlns:a16="http://schemas.microsoft.com/office/drawing/2014/main" id="{EBB89A53-1B07-4560-B98E-03BECDB832C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81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2" name="텍스트 개체 틀 10">
            <a:extLst>
              <a:ext uri="{FF2B5EF4-FFF2-40B4-BE49-F238E27FC236}">
                <a16:creationId xmlns:a16="http://schemas.microsoft.com/office/drawing/2014/main" id="{22D34AD8-D83D-4409-A418-C00840A085A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37583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5" name="텍스트 개체 틀 10">
            <a:extLst>
              <a:ext uri="{FF2B5EF4-FFF2-40B4-BE49-F238E27FC236}">
                <a16:creationId xmlns:a16="http://schemas.microsoft.com/office/drawing/2014/main" id="{3EAA6A46-63F3-49A5-8E0B-758176E4429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4785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6" name="텍스트 개체 틀 10">
            <a:extLst>
              <a:ext uri="{FF2B5EF4-FFF2-40B4-BE49-F238E27FC236}">
                <a16:creationId xmlns:a16="http://schemas.microsoft.com/office/drawing/2014/main" id="{BB051A6E-4868-4F3F-93DB-AD07020E93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0771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</a:t>
            </a:r>
            <a:endParaRPr lang="ko-KR" altLang="en-ZA" noProof="0" dirty="0"/>
          </a:p>
        </p:txBody>
      </p:sp>
      <p:sp>
        <p:nvSpPr>
          <p:cNvPr id="28" name="텍스트 개체 틀 10">
            <a:extLst>
              <a:ext uri="{FF2B5EF4-FFF2-40B4-BE49-F238E27FC236}">
                <a16:creationId xmlns:a16="http://schemas.microsoft.com/office/drawing/2014/main" id="{61519886-189E-4C69-AEED-FD9BDD3E567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31986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0" name="텍스트 개체 틀 10">
            <a:extLst>
              <a:ext uri="{FF2B5EF4-FFF2-40B4-BE49-F238E27FC236}">
                <a16:creationId xmlns:a16="http://schemas.microsoft.com/office/drawing/2014/main" id="{0F084DDF-04EE-46A9-9F77-D5FD94D1B5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79188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1" name="텍스트 개체 틀 10">
            <a:extLst>
              <a:ext uri="{FF2B5EF4-FFF2-40B4-BE49-F238E27FC236}">
                <a16:creationId xmlns:a16="http://schemas.microsoft.com/office/drawing/2014/main" id="{743DE8AB-BF74-4CC9-AD19-8BBBF44867A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6390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2" name="텍스트 개체 틀 10">
            <a:extLst>
              <a:ext uri="{FF2B5EF4-FFF2-40B4-BE49-F238E27FC236}">
                <a16:creationId xmlns:a16="http://schemas.microsoft.com/office/drawing/2014/main" id="{2ECC5C24-2CE5-491E-89DC-F9C5AE98B06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7995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3" name="텍스트 개체 틀 10">
            <a:extLst>
              <a:ext uri="{FF2B5EF4-FFF2-40B4-BE49-F238E27FC236}">
                <a16:creationId xmlns:a16="http://schemas.microsoft.com/office/drawing/2014/main" id="{ADB0F187-5781-4076-B761-264B1C683A6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73591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4" name="텍스트 개체 틀 10">
            <a:extLst>
              <a:ext uri="{FF2B5EF4-FFF2-40B4-BE49-F238E27FC236}">
                <a16:creationId xmlns:a16="http://schemas.microsoft.com/office/drawing/2014/main" id="{B2E776B2-D388-4243-80AE-BD8AF47C8AA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20793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5" name="텍스트 개체 틀 10">
            <a:extLst>
              <a:ext uri="{FF2B5EF4-FFF2-40B4-BE49-F238E27FC236}">
                <a16:creationId xmlns:a16="http://schemas.microsoft.com/office/drawing/2014/main" id="{79F3A104-EDC0-4A25-9585-3F9F8C1022C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15196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6" name="텍스트 개체 틀 10">
            <a:extLst>
              <a:ext uri="{FF2B5EF4-FFF2-40B4-BE49-F238E27FC236}">
                <a16:creationId xmlns:a16="http://schemas.microsoft.com/office/drawing/2014/main" id="{23DA3E7C-9F0E-4A57-B6EA-C01C72788E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62398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7" name="텍스트 개체 틀 10">
            <a:extLst>
              <a:ext uri="{FF2B5EF4-FFF2-40B4-BE49-F238E27FC236}">
                <a16:creationId xmlns:a16="http://schemas.microsoft.com/office/drawing/2014/main" id="{A8ABC110-DC97-4A71-9A16-67581EAC989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0959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8" name="텍스트 개체 틀 10">
            <a:extLst>
              <a:ext uri="{FF2B5EF4-FFF2-40B4-BE49-F238E27FC236}">
                <a16:creationId xmlns:a16="http://schemas.microsoft.com/office/drawing/2014/main" id="{81058125-332B-41A7-BCD5-72CAE3F9F97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56801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9" name="텍스트 개체 틀 10">
            <a:extLst>
              <a:ext uri="{FF2B5EF4-FFF2-40B4-BE49-F238E27FC236}">
                <a16:creationId xmlns:a16="http://schemas.microsoft.com/office/drawing/2014/main" id="{E32DE8FD-6391-4094-BAEC-CC0836CC67E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04002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0" name="텍스트 개체 틀 10">
            <a:extLst>
              <a:ext uri="{FF2B5EF4-FFF2-40B4-BE49-F238E27FC236}">
                <a16:creationId xmlns:a16="http://schemas.microsoft.com/office/drawing/2014/main" id="{5C53C0F3-9308-422B-BC6E-1ACA5029027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1204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1" name="텍스트 개체 틀 10">
            <a:extLst>
              <a:ext uri="{FF2B5EF4-FFF2-40B4-BE49-F238E27FC236}">
                <a16:creationId xmlns:a16="http://schemas.microsoft.com/office/drawing/2014/main" id="{06DFFA03-9EA6-4F70-9519-AB1361BAF7C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98406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2" name="텍스트 개체 틀 10">
            <a:extLst>
              <a:ext uri="{FF2B5EF4-FFF2-40B4-BE49-F238E27FC236}">
                <a16:creationId xmlns:a16="http://schemas.microsoft.com/office/drawing/2014/main" id="{49CD8693-3557-4241-BB88-518160D989C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45608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3" name="텍스트 개체 틀 10">
            <a:extLst>
              <a:ext uri="{FF2B5EF4-FFF2-40B4-BE49-F238E27FC236}">
                <a16:creationId xmlns:a16="http://schemas.microsoft.com/office/drawing/2014/main" id="{4884DF69-4936-4F90-BFB8-ED04A228DA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92809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4" name="텍스트 개체 틀 10">
            <a:extLst>
              <a:ext uri="{FF2B5EF4-FFF2-40B4-BE49-F238E27FC236}">
                <a16:creationId xmlns:a16="http://schemas.microsoft.com/office/drawing/2014/main" id="{00804F61-8052-4AD8-8370-ED72B261BC2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34414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5" name="텍스트 개체 틀 10">
            <a:extLst>
              <a:ext uri="{FF2B5EF4-FFF2-40B4-BE49-F238E27FC236}">
                <a16:creationId xmlns:a16="http://schemas.microsoft.com/office/drawing/2014/main" id="{313F370F-A9EC-477E-BED7-BF4E875274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0011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6" name="텍스트 개체 틀 10">
            <a:extLst>
              <a:ext uri="{FF2B5EF4-FFF2-40B4-BE49-F238E27FC236}">
                <a16:creationId xmlns:a16="http://schemas.microsoft.com/office/drawing/2014/main" id="{9E687ADD-FE6C-441E-991F-E71EA0572C3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87213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7" name="텍스트 개체 틀 10">
            <a:extLst>
              <a:ext uri="{FF2B5EF4-FFF2-40B4-BE49-F238E27FC236}">
                <a16:creationId xmlns:a16="http://schemas.microsoft.com/office/drawing/2014/main" id="{5E0252B4-80AE-40E9-BA32-6EDAAC62521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081616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8" name="텍스트 개체 틀 10">
            <a:extLst>
              <a:ext uri="{FF2B5EF4-FFF2-40B4-BE49-F238E27FC236}">
                <a16:creationId xmlns:a16="http://schemas.microsoft.com/office/drawing/2014/main" id="{8A807DF0-23B6-4B83-B3F6-8D0BE9A851F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128818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9" name="텍스트 개체 틀 3">
            <a:extLst>
              <a:ext uri="{FF2B5EF4-FFF2-40B4-BE49-F238E27FC236}">
                <a16:creationId xmlns:a16="http://schemas.microsoft.com/office/drawing/2014/main" id="{F3591345-36C8-481A-AD5B-5F69B03D1710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190750"/>
            <a:ext cx="1793875" cy="561975"/>
          </a:xfrm>
          <a:noFill/>
          <a:ln>
            <a:noFill/>
          </a:ln>
        </p:spPr>
        <p:txBody>
          <a:bodyPr tIns="36000" rtlCol="0" anchor="t"/>
          <a:lstStyle>
            <a:lvl1pPr marL="0" indent="0" algn="ctr">
              <a:buNone/>
              <a:defRPr sz="1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항목 제목</a:t>
            </a:r>
            <a:endParaRPr lang="ko-KR" altLang="en-ZA" noProof="0" dirty="0"/>
          </a:p>
        </p:txBody>
      </p:sp>
      <p:sp>
        <p:nvSpPr>
          <p:cNvPr id="50" name="텍스트 개체 틀 36">
            <a:extLst>
              <a:ext uri="{FF2B5EF4-FFF2-40B4-BE49-F238E27FC236}">
                <a16:creationId xmlns:a16="http://schemas.microsoft.com/office/drawing/2014/main" id="{954C0732-1924-4A1B-9272-95C51D0B36F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395728" y="2531196"/>
            <a:ext cx="1724394" cy="185808"/>
          </a:xfrm>
          <a:solidFill>
            <a:schemeClr val="bg1">
              <a:lumMod val="9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 월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906707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 3 구성원​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3945" y="3995705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5887" y="3995705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제목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07829" y="3991240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03945" y="3424428"/>
            <a:ext cx="1964170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55887" y="3424428"/>
            <a:ext cx="1964171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07830" y="3424428"/>
            <a:ext cx="1964170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24" name="그림 개체 틀 22">
            <a:extLst>
              <a:ext uri="{FF2B5EF4-FFF2-40B4-BE49-F238E27FC236}">
                <a16:creationId xmlns:a16="http://schemas.microsoft.com/office/drawing/2014/main" id="{806A4855-25AA-40D4-B1A4-A271486B6C9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31800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5" name="그림 개체 틀 22">
            <a:extLst>
              <a:ext uri="{FF2B5EF4-FFF2-40B4-BE49-F238E27FC236}">
                <a16:creationId xmlns:a16="http://schemas.microsoft.com/office/drawing/2014/main" id="{31E10A24-B676-4117-9507-B4B0EB406F0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83742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6" name="그림 개체 틀 22">
            <a:extLst>
              <a:ext uri="{FF2B5EF4-FFF2-40B4-BE49-F238E27FC236}">
                <a16:creationId xmlns:a16="http://schemas.microsoft.com/office/drawing/2014/main" id="{6549D851-9848-44AC-937A-9B1EF867E59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35683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DD16A0-27CF-480C-8ADD-7BB99E0031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7CA876-2153-4136-850D-EE098BDC24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03945" y="4311393"/>
            <a:ext cx="1964172" cy="1130300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969B21C2-C689-49C2-B45F-14C5C53A58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55887" y="4311393"/>
            <a:ext cx="1963737" cy="1130300"/>
          </a:xfrm>
        </p:spPr>
        <p:txBody>
          <a:bodyPr rtlCol="0"/>
          <a:lstStyle>
            <a:lvl1pPr marL="0" indent="0">
              <a:buNone/>
              <a:defRPr/>
            </a:lvl1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E33D8E11-F7FD-4AD9-BEC6-78C6500F81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07829" y="4311393"/>
            <a:ext cx="1981200" cy="1138238"/>
          </a:xfrm>
        </p:spPr>
        <p:txBody>
          <a:bodyPr rtlCol="0"/>
          <a:lstStyle>
            <a:lvl1pPr marL="0" indent="0">
              <a:buNone/>
              <a:defRPr/>
            </a:lvl1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6241199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 6 구성원​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19228" y="6049533"/>
            <a:ext cx="432000" cy="432000"/>
          </a:xfrm>
          <a:prstGeom prst="ellipse">
            <a:avLst/>
          </a:prstGeo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40113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48426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739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5052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0" y="3926334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  <a:endParaRPr lang="ko-KR" altLang="en-ZA" noProof="0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0113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48426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6739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B01E9EA3-8BD6-4531-812C-663C75428B7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5052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제목</a:t>
            </a:r>
          </a:p>
        </p:txBody>
      </p:sp>
      <p:sp>
        <p:nvSpPr>
          <p:cNvPr id="23" name="그림 개체 틀 22">
            <a:extLst>
              <a:ext uri="{FF2B5EF4-FFF2-40B4-BE49-F238E27FC236}">
                <a16:creationId xmlns:a16="http://schemas.microsoft.com/office/drawing/2014/main" id="{4089E01F-0C47-4C6A-A9A8-A1A7E470F31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17088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4" name="그림 개체 틀 22">
            <a:extLst>
              <a:ext uri="{FF2B5EF4-FFF2-40B4-BE49-F238E27FC236}">
                <a16:creationId xmlns:a16="http://schemas.microsoft.com/office/drawing/2014/main" id="{806A4855-25AA-40D4-B1A4-A271486B6C9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262540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5" name="그림 개체 틀 22">
            <a:extLst>
              <a:ext uri="{FF2B5EF4-FFF2-40B4-BE49-F238E27FC236}">
                <a16:creationId xmlns:a16="http://schemas.microsoft.com/office/drawing/2014/main" id="{31E10A24-B676-4117-9507-B4B0EB406F0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33714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6" name="그림 개체 틀 22">
            <a:extLst>
              <a:ext uri="{FF2B5EF4-FFF2-40B4-BE49-F238E27FC236}">
                <a16:creationId xmlns:a16="http://schemas.microsoft.com/office/drawing/2014/main" id="{6549D851-9848-44AC-937A-9B1EF867E59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442027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7" name="그림 개체 틀 22">
            <a:extLst>
              <a:ext uri="{FF2B5EF4-FFF2-40B4-BE49-F238E27FC236}">
                <a16:creationId xmlns:a16="http://schemas.microsoft.com/office/drawing/2014/main" id="{B765F5D3-7CB7-4E55-8217-E9EEA9F2945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350340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0" name="그림 개체 틀 22">
            <a:extLst>
              <a:ext uri="{FF2B5EF4-FFF2-40B4-BE49-F238E27FC236}">
                <a16:creationId xmlns:a16="http://schemas.microsoft.com/office/drawing/2014/main" id="{8CB2CA38-4C7F-4D6B-9B34-606F1A007A1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25865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DA42CA-D117-4AF7-9FEC-03EB2BBB75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973363" y="3925888"/>
            <a:ext cx="1800000" cy="504825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ko-KR" altLang="en-US" noProof="0" dirty="0"/>
              <a:t>전체 이름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F9CEF5A-8DCE-4156-9138-C113C0D3A7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973363" y="4505325"/>
            <a:ext cx="1800000" cy="900113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lvl="0" rtl="0"/>
            <a:r>
              <a:rPr lang="ko-KR" altLang="en-US" noProof="0" dirty="0"/>
              <a:t>제목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1503510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부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8AB0F04-910C-4647-AE1C-177C66B50038}"/>
              </a:ext>
            </a:extLst>
          </p:cNvPr>
          <p:cNvSpPr/>
          <p:nvPr userDrawn="1"/>
        </p:nvSpPr>
        <p:spPr>
          <a:xfrm rot="4308689">
            <a:off x="8139110" y="-52404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3E72A672-7789-4744-A4CB-D177B890FDE6}"/>
              </a:ext>
            </a:extLst>
          </p:cNvPr>
          <p:cNvSpPr/>
          <p:nvPr userDrawn="1"/>
        </p:nvSpPr>
        <p:spPr>
          <a:xfrm rot="4308689">
            <a:off x="8878526" y="-532562"/>
            <a:ext cx="3571215" cy="3737093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1215" h="3737093">
                <a:moveTo>
                  <a:pt x="0" y="3023156"/>
                </a:moveTo>
                <a:lnTo>
                  <a:pt x="993291" y="0"/>
                </a:lnTo>
                <a:lnTo>
                  <a:pt x="3571215" y="847006"/>
                </a:lnTo>
                <a:lnTo>
                  <a:pt x="1392370" y="3639100"/>
                </a:lnTo>
                <a:lnTo>
                  <a:pt x="393183" y="3737093"/>
                </a:lnTo>
                <a:lnTo>
                  <a:pt x="0" y="302315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4308689">
            <a:off x="9191192" y="1651650"/>
            <a:ext cx="1980696" cy="2066510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ABD99355-65C1-4211-9E82-3D41ACE0AE17}"/>
              </a:ext>
            </a:extLst>
          </p:cNvPr>
          <p:cNvSpPr/>
          <p:nvPr userDrawn="1"/>
        </p:nvSpPr>
        <p:spPr>
          <a:xfrm rot="13830869">
            <a:off x="9457431" y="3977898"/>
            <a:ext cx="346713" cy="206124"/>
          </a:xfrm>
          <a:custGeom>
            <a:avLst/>
            <a:gdLst>
              <a:gd name="connsiteX0" fmla="*/ 346713 w 346713"/>
              <a:gd name="connsiteY0" fmla="*/ 206124 h 206124"/>
              <a:gd name="connsiteX1" fmla="*/ 0 w 346713"/>
              <a:gd name="connsiteY1" fmla="*/ 206124 h 206124"/>
              <a:gd name="connsiteX2" fmla="*/ 86666 w 346713"/>
              <a:gd name="connsiteY2" fmla="*/ 0 h 206124"/>
              <a:gd name="connsiteX3" fmla="*/ 346713 w 346713"/>
              <a:gd name="connsiteY3" fmla="*/ 206124 h 20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6713" h="206124">
                <a:moveTo>
                  <a:pt x="346713" y="206124"/>
                </a:moveTo>
                <a:lnTo>
                  <a:pt x="0" y="206124"/>
                </a:lnTo>
                <a:lnTo>
                  <a:pt x="86666" y="0"/>
                </a:lnTo>
                <a:lnTo>
                  <a:pt x="346713" y="20612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F459E701-5FEF-4918-8F3A-04E29BF09009}"/>
              </a:ext>
            </a:extLst>
          </p:cNvPr>
          <p:cNvSpPr/>
          <p:nvPr userDrawn="1"/>
        </p:nvSpPr>
        <p:spPr>
          <a:xfrm rot="12431080">
            <a:off x="9528615" y="3713859"/>
            <a:ext cx="710669" cy="335543"/>
          </a:xfrm>
          <a:custGeom>
            <a:avLst/>
            <a:gdLst>
              <a:gd name="connsiteX0" fmla="*/ 710669 w 710669"/>
              <a:gd name="connsiteY0" fmla="*/ 176660 h 335543"/>
              <a:gd name="connsiteX1" fmla="*/ 0 w 710669"/>
              <a:gd name="connsiteY1" fmla="*/ 335543 h 335543"/>
              <a:gd name="connsiteX2" fmla="*/ 141082 w 710669"/>
              <a:gd name="connsiteY2" fmla="*/ 0 h 335543"/>
              <a:gd name="connsiteX3" fmla="*/ 487795 w 710669"/>
              <a:gd name="connsiteY3" fmla="*/ 0 h 335543"/>
              <a:gd name="connsiteX4" fmla="*/ 710669 w 710669"/>
              <a:gd name="connsiteY4" fmla="*/ 176660 h 335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0669" h="335543">
                <a:moveTo>
                  <a:pt x="710669" y="176660"/>
                </a:moveTo>
                <a:lnTo>
                  <a:pt x="0" y="335543"/>
                </a:lnTo>
                <a:lnTo>
                  <a:pt x="141082" y="0"/>
                </a:lnTo>
                <a:lnTo>
                  <a:pt x="487795" y="0"/>
                </a:lnTo>
                <a:lnTo>
                  <a:pt x="710669" y="1766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8550A0A6-1197-4153-9800-69D58909D0C7}"/>
              </a:ext>
            </a:extLst>
          </p:cNvPr>
          <p:cNvSpPr/>
          <p:nvPr userDrawn="1"/>
        </p:nvSpPr>
        <p:spPr>
          <a:xfrm rot="4308689">
            <a:off x="8785444" y="1075879"/>
            <a:ext cx="1246227" cy="1580187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  <a:gd name="connsiteX0" fmla="*/ 0 w 1980696"/>
              <a:gd name="connsiteY0" fmla="*/ 1680311 h 1680311"/>
              <a:gd name="connsiteX1" fmla="*/ 1337031 w 1980696"/>
              <a:gd name="connsiteY1" fmla="*/ 0 h 1680311"/>
              <a:gd name="connsiteX2" fmla="*/ 1980696 w 1980696"/>
              <a:gd name="connsiteY2" fmla="*/ 1143817 h 1680311"/>
              <a:gd name="connsiteX3" fmla="*/ 1459417 w 1980696"/>
              <a:gd name="connsiteY3" fmla="*/ 1680311 h 1680311"/>
              <a:gd name="connsiteX4" fmla="*/ 0 w 1980696"/>
              <a:gd name="connsiteY4" fmla="*/ 1680311 h 1680311"/>
              <a:gd name="connsiteX0" fmla="*/ 0 w 1459417"/>
              <a:gd name="connsiteY0" fmla="*/ 1680311 h 1680311"/>
              <a:gd name="connsiteX1" fmla="*/ 1337031 w 1459417"/>
              <a:gd name="connsiteY1" fmla="*/ 0 h 1680311"/>
              <a:gd name="connsiteX2" fmla="*/ 1360698 w 1459417"/>
              <a:gd name="connsiteY2" fmla="*/ 208215 h 1680311"/>
              <a:gd name="connsiteX3" fmla="*/ 1459417 w 1459417"/>
              <a:gd name="connsiteY3" fmla="*/ 1680311 h 1680311"/>
              <a:gd name="connsiteX4" fmla="*/ 0 w 1459417"/>
              <a:gd name="connsiteY4" fmla="*/ 1680311 h 1680311"/>
              <a:gd name="connsiteX0" fmla="*/ 0 w 1360698"/>
              <a:gd name="connsiteY0" fmla="*/ 1680311 h 1688402"/>
              <a:gd name="connsiteX1" fmla="*/ 1337031 w 1360698"/>
              <a:gd name="connsiteY1" fmla="*/ 0 h 1688402"/>
              <a:gd name="connsiteX2" fmla="*/ 1360698 w 1360698"/>
              <a:gd name="connsiteY2" fmla="*/ 208215 h 1688402"/>
              <a:gd name="connsiteX3" fmla="*/ 278710 w 1360698"/>
              <a:gd name="connsiteY3" fmla="*/ 1688402 h 1688402"/>
              <a:gd name="connsiteX4" fmla="*/ 0 w 1360698"/>
              <a:gd name="connsiteY4" fmla="*/ 1680311 h 1688402"/>
              <a:gd name="connsiteX0" fmla="*/ 0 w 1360698"/>
              <a:gd name="connsiteY0" fmla="*/ 1680311 h 1698354"/>
              <a:gd name="connsiteX1" fmla="*/ 1337031 w 1360698"/>
              <a:gd name="connsiteY1" fmla="*/ 0 h 1698354"/>
              <a:gd name="connsiteX2" fmla="*/ 1360698 w 1360698"/>
              <a:gd name="connsiteY2" fmla="*/ 208215 h 1698354"/>
              <a:gd name="connsiteX3" fmla="*/ 415804 w 1360698"/>
              <a:gd name="connsiteY3" fmla="*/ 1698354 h 1698354"/>
              <a:gd name="connsiteX4" fmla="*/ 0 w 1360698"/>
              <a:gd name="connsiteY4" fmla="*/ 1680311 h 1698354"/>
              <a:gd name="connsiteX0" fmla="*/ 0 w 1360698"/>
              <a:gd name="connsiteY0" fmla="*/ 1556337 h 1574380"/>
              <a:gd name="connsiteX1" fmla="*/ 1226116 w 1360698"/>
              <a:gd name="connsiteY1" fmla="*/ 0 h 1574380"/>
              <a:gd name="connsiteX2" fmla="*/ 1360698 w 1360698"/>
              <a:gd name="connsiteY2" fmla="*/ 84241 h 1574380"/>
              <a:gd name="connsiteX3" fmla="*/ 415804 w 1360698"/>
              <a:gd name="connsiteY3" fmla="*/ 1574380 h 1574380"/>
              <a:gd name="connsiteX4" fmla="*/ 0 w 1360698"/>
              <a:gd name="connsiteY4" fmla="*/ 1556337 h 1574380"/>
              <a:gd name="connsiteX0" fmla="*/ 0 w 1303560"/>
              <a:gd name="connsiteY0" fmla="*/ 1556337 h 1574380"/>
              <a:gd name="connsiteX1" fmla="*/ 1226116 w 1303560"/>
              <a:gd name="connsiteY1" fmla="*/ 0 h 1574380"/>
              <a:gd name="connsiteX2" fmla="*/ 1303560 w 1303560"/>
              <a:gd name="connsiteY2" fmla="*/ 105569 h 1574380"/>
              <a:gd name="connsiteX3" fmla="*/ 415804 w 1303560"/>
              <a:gd name="connsiteY3" fmla="*/ 1574380 h 1574380"/>
              <a:gd name="connsiteX4" fmla="*/ 0 w 1303560"/>
              <a:gd name="connsiteY4" fmla="*/ 1556337 h 1574380"/>
              <a:gd name="connsiteX0" fmla="*/ 0 w 1246227"/>
              <a:gd name="connsiteY0" fmla="*/ 1580187 h 1580187"/>
              <a:gd name="connsiteX1" fmla="*/ 1168783 w 1246227"/>
              <a:gd name="connsiteY1" fmla="*/ 0 h 1580187"/>
              <a:gd name="connsiteX2" fmla="*/ 1246227 w 1246227"/>
              <a:gd name="connsiteY2" fmla="*/ 105569 h 1580187"/>
              <a:gd name="connsiteX3" fmla="*/ 358471 w 1246227"/>
              <a:gd name="connsiteY3" fmla="*/ 1574380 h 1580187"/>
              <a:gd name="connsiteX4" fmla="*/ 0 w 1246227"/>
              <a:gd name="connsiteY4" fmla="*/ 1580187 h 1580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6227" h="1580187">
                <a:moveTo>
                  <a:pt x="0" y="1580187"/>
                </a:moveTo>
                <a:lnTo>
                  <a:pt x="1168783" y="0"/>
                </a:lnTo>
                <a:lnTo>
                  <a:pt x="1246227" y="105569"/>
                </a:lnTo>
                <a:lnTo>
                  <a:pt x="358471" y="1574380"/>
                </a:lnTo>
                <a:lnTo>
                  <a:pt x="0" y="15801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17193105">
            <a:off x="11374788" y="284642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F9CE8FE-77D6-45E0-BBF7-78F07AC29771}"/>
              </a:ext>
            </a:extLst>
          </p:cNvPr>
          <p:cNvSpPr/>
          <p:nvPr userDrawn="1"/>
        </p:nvSpPr>
        <p:spPr>
          <a:xfrm rot="17193105">
            <a:off x="10879052" y="2627354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sp>
        <p:nvSpPr>
          <p:cNvPr id="15" name="슬라이드 번호 개체 틀 3"/>
          <p:cNvSpPr>
            <a:spLocks noGrp="1"/>
          </p:cNvSpPr>
          <p:nvPr>
            <p:ph type="sldNum" sz="quarter" idx="4"/>
          </p:nvPr>
        </p:nvSpPr>
        <p:spPr>
          <a:xfrm>
            <a:off x="5908698" y="6119080"/>
            <a:ext cx="4613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D6F7B2-6BF5-405E-9100-D56ABF79EB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29137C9-7B18-454C-AB56-2B4631DFE59D}"/>
              </a:ext>
            </a:extLst>
          </p:cNvPr>
          <p:cNvSpPr/>
          <p:nvPr userDrawn="1"/>
        </p:nvSpPr>
        <p:spPr>
          <a:xfrm rot="14199158">
            <a:off x="10161654" y="-236402"/>
            <a:ext cx="1957093" cy="1399810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57093" h="1399810">
                <a:moveTo>
                  <a:pt x="0" y="318772"/>
                </a:moveTo>
                <a:lnTo>
                  <a:pt x="858544" y="36067"/>
                </a:lnTo>
                <a:lnTo>
                  <a:pt x="1957093" y="0"/>
                </a:lnTo>
                <a:lnTo>
                  <a:pt x="1012700" y="1399810"/>
                </a:lnTo>
                <a:lnTo>
                  <a:pt x="172487" y="1221089"/>
                </a:lnTo>
                <a:lnTo>
                  <a:pt x="0" y="3187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6973557">
            <a:off x="9799840" y="198216"/>
            <a:ext cx="748251" cy="780669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5483574">
            <a:off x="9854193" y="80859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AACAC53-33A6-4BBC-8C68-0C56D0B39F57}"/>
              </a:ext>
            </a:extLst>
          </p:cNvPr>
          <p:cNvSpPr/>
          <p:nvPr userDrawn="1"/>
        </p:nvSpPr>
        <p:spPr>
          <a:xfrm rot="14235708">
            <a:off x="11753205" y="112024"/>
            <a:ext cx="332291" cy="247882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  <a:gd name="connsiteX0" fmla="*/ 0 w 1449157"/>
              <a:gd name="connsiteY0" fmla="*/ 282705 h 1363743"/>
              <a:gd name="connsiteX1" fmla="*/ 858544 w 1449157"/>
              <a:gd name="connsiteY1" fmla="*/ 0 h 1363743"/>
              <a:gd name="connsiteX2" fmla="*/ 1449157 w 1449157"/>
              <a:gd name="connsiteY2" fmla="*/ 715834 h 1363743"/>
              <a:gd name="connsiteX3" fmla="*/ 1012700 w 1449157"/>
              <a:gd name="connsiteY3" fmla="*/ 1363743 h 1363743"/>
              <a:gd name="connsiteX4" fmla="*/ 172487 w 1449157"/>
              <a:gd name="connsiteY4" fmla="*/ 1185022 h 1363743"/>
              <a:gd name="connsiteX5" fmla="*/ 0 w 1449157"/>
              <a:gd name="connsiteY5" fmla="*/ 282705 h 1363743"/>
              <a:gd name="connsiteX0" fmla="*/ 0 w 1449157"/>
              <a:gd name="connsiteY0" fmla="*/ 0 h 1081038"/>
              <a:gd name="connsiteX1" fmla="*/ 1449157 w 1449157"/>
              <a:gd name="connsiteY1" fmla="*/ 433129 h 1081038"/>
              <a:gd name="connsiteX2" fmla="*/ 1012700 w 1449157"/>
              <a:gd name="connsiteY2" fmla="*/ 1081038 h 1081038"/>
              <a:gd name="connsiteX3" fmla="*/ 172487 w 1449157"/>
              <a:gd name="connsiteY3" fmla="*/ 902317 h 1081038"/>
              <a:gd name="connsiteX4" fmla="*/ 0 w 1449157"/>
              <a:gd name="connsiteY4" fmla="*/ 0 h 1081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9157" h="1081038">
                <a:moveTo>
                  <a:pt x="0" y="0"/>
                </a:moveTo>
                <a:lnTo>
                  <a:pt x="1449157" y="433129"/>
                </a:lnTo>
                <a:lnTo>
                  <a:pt x="1012700" y="1081038"/>
                </a:lnTo>
                <a:lnTo>
                  <a:pt x="172487" y="902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ED86A7C4-9F1E-4F96-8AD9-5B75BEE364BE}"/>
              </a:ext>
            </a:extLst>
          </p:cNvPr>
          <p:cNvSpPr/>
          <p:nvPr userDrawn="1"/>
        </p:nvSpPr>
        <p:spPr>
          <a:xfrm rot="13336516">
            <a:off x="10313236" y="1084299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B63BFE72-A1DE-4CFE-9B52-553C99D52699}"/>
              </a:ext>
            </a:extLst>
          </p:cNvPr>
          <p:cNvSpPr/>
          <p:nvPr userDrawn="1"/>
        </p:nvSpPr>
        <p:spPr>
          <a:xfrm rot="5738060">
            <a:off x="9844293" y="1032301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9C266CD9-D77B-4B4D-8673-531E2784C610}"/>
              </a:ext>
            </a:extLst>
          </p:cNvPr>
          <p:cNvSpPr/>
          <p:nvPr userDrawn="1"/>
        </p:nvSpPr>
        <p:spPr>
          <a:xfrm rot="8291645">
            <a:off x="10081798" y="798094"/>
            <a:ext cx="371360" cy="273702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슬라이드 번호 개체 틀 3"/>
          <p:cNvSpPr>
            <a:spLocks noGrp="1"/>
          </p:cNvSpPr>
          <p:nvPr>
            <p:ph type="sldNum" sz="quarter" idx="4"/>
          </p:nvPr>
        </p:nvSpPr>
        <p:spPr>
          <a:xfrm>
            <a:off x="5908698" y="6119080"/>
            <a:ext cx="4613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D6F7B2-6BF5-405E-9100-D56ABF79EB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9658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 표시, 그래픽 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5" name="슬라이드 번호 개체 틀 3"/>
          <p:cNvSpPr txBox="1">
            <a:spLocks/>
          </p:cNvSpPr>
          <p:nvPr userDrawn="1"/>
        </p:nvSpPr>
        <p:spPr>
          <a:xfrm>
            <a:off x="5908698" y="6119080"/>
            <a:ext cx="4613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FD6F7B2-6BF5-405E-9100-D56ABF79EB9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350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감사합니다!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5" y="86714"/>
            <a:ext cx="12018572" cy="6684572"/>
          </a:xfrm>
          <a:solidFill>
            <a:schemeClr val="bg1">
              <a:lumMod val="85000"/>
            </a:schemeClr>
          </a:solidFill>
        </p:spPr>
        <p:txBody>
          <a:bodyPr lIns="360000" tIns="360000" rtlCol="0"/>
          <a:lstStyle>
            <a:lvl1pPr marL="0" indent="0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94607" y="2237328"/>
            <a:ext cx="7202786" cy="1449788"/>
          </a:xfrm>
          <a:solidFill>
            <a:schemeClr val="tx1">
              <a:alpha val="80000"/>
            </a:schemeClr>
          </a:solidFill>
        </p:spPr>
        <p:txBody>
          <a:bodyPr lIns="288000" rIns="2160000" bIns="144000" rtlCol="0" anchor="b" anchorCtr="0"/>
          <a:lstStyle>
            <a:lvl1pPr algn="r">
              <a:defRPr sz="66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감사합니다</a:t>
            </a:r>
            <a:r>
              <a:rPr lang="en-US" altLang="ko-KR" noProof="0" dirty="0"/>
              <a:t>!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4607" y="3684672"/>
            <a:ext cx="5282503" cy="1604172"/>
          </a:xfrm>
          <a:solidFill>
            <a:schemeClr val="tx1">
              <a:alpha val="90000"/>
            </a:schemeClr>
          </a:solidFill>
        </p:spPr>
        <p:txBody>
          <a:bodyPr lIns="216000" tIns="144000" rIns="576000" rtlCol="0"/>
          <a:lstStyle>
            <a:lvl1pPr marL="0" indent="0" algn="r">
              <a:buNone/>
              <a:defRPr sz="21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cxnSp>
        <p:nvCxnSpPr>
          <p:cNvPr id="5" name="직선 연결선(S) 4">
            <a:extLst>
              <a:ext uri="{FF2B5EF4-FFF2-40B4-BE49-F238E27FC236}">
                <a16:creationId xmlns:a16="http://schemas.microsoft.com/office/drawing/2014/main" id="{9688AEDF-1396-4322-8818-9D1C7976FCDF}"/>
              </a:ext>
            </a:extLst>
          </p:cNvPr>
          <p:cNvCxnSpPr>
            <a:cxnSpLocks/>
          </p:cNvCxnSpPr>
          <p:nvPr userDrawn="1"/>
        </p:nvCxnSpPr>
        <p:spPr>
          <a:xfrm>
            <a:off x="7777113" y="2412127"/>
            <a:ext cx="0" cy="11001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C122267-81F5-4D7C-8854-830FD491A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0" y="4142258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연락처 번호</a:t>
            </a:r>
            <a:endParaRPr lang="ko-KR" altLang="en-ZA" noProof="0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D1624B9A-AB57-40B6-89A6-D34ED60BBF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67000" y="4448040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전자 메일 또는 소셜 미디어 핸들</a:t>
            </a:r>
            <a:endParaRPr lang="ko-KR" altLang="en-ZA" noProof="0" dirty="0"/>
          </a:p>
        </p:txBody>
      </p:sp>
      <p:sp>
        <p:nvSpPr>
          <p:cNvPr id="8" name="그림 개체 틀 5">
            <a:extLst>
              <a:ext uri="{FF2B5EF4-FFF2-40B4-BE49-F238E27FC236}">
                <a16:creationId xmlns:a16="http://schemas.microsoft.com/office/drawing/2014/main" id="{61EA5FFD-797F-43FF-B13A-5DA8C820EE2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65008" y="2587752"/>
            <a:ext cx="1344168" cy="704088"/>
          </a:xfrm>
        </p:spPr>
        <p:txBody>
          <a:bodyPr rtlCol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로고</a:t>
            </a:r>
          </a:p>
        </p:txBody>
      </p:sp>
      <p:sp>
        <p:nvSpPr>
          <p:cNvPr id="10" name="텍스트 개체 틀 5">
            <a:extLst>
              <a:ext uri="{FF2B5EF4-FFF2-40B4-BE49-F238E27FC236}">
                <a16:creationId xmlns:a16="http://schemas.microsoft.com/office/drawing/2014/main" id="{7436EF9B-F86C-114A-BB87-C439E5F129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67000" y="4753821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웹 사이트 주소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475950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  <a:endParaRPr lang="ko-KR" altLang="en-ZA" noProof="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40000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ko-KR" altLang="en-US" noProof="0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  <a:endParaRPr lang="ko-KR" altLang="en-ZA" noProof="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3C8C5B-6356-4B7C-887C-A436D7DB4059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3120C00-0FF6-411F-B2D6-C625ED6BD241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D142C1D-78E5-4AD5-BEF3-C015D6E3FEBD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00D9306-2240-47FF-AA2F-DC7C26A008A4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4"/>
          </p:nvPr>
        </p:nvSpPr>
        <p:spPr>
          <a:xfrm>
            <a:off x="5908698" y="6119080"/>
            <a:ext cx="4613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D6F7B2-6BF5-405E-9100-D56ABF79EB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4" r:id="rId3"/>
    <p:sldLayoutId id="2147483650" r:id="rId4"/>
    <p:sldLayoutId id="2147483652" r:id="rId5"/>
    <p:sldLayoutId id="2147483656" r:id="rId6"/>
    <p:sldLayoutId id="2147483657" r:id="rId7"/>
    <p:sldLayoutId id="2147483668" r:id="rId8"/>
    <p:sldLayoutId id="2147483670" r:id="rId9"/>
    <p:sldLayoutId id="2147483653" r:id="rId10"/>
    <p:sldLayoutId id="2147483673" r:id="rId11"/>
    <p:sldLayoutId id="2147483674" r:id="rId12"/>
    <p:sldLayoutId id="2147483676" r:id="rId13"/>
    <p:sldLayoutId id="2147483677" r:id="rId14"/>
    <p:sldLayoutId id="2147483654" r:id="rId15"/>
    <p:sldLayoutId id="2147483660" r:id="rId16"/>
    <p:sldLayoutId id="2147483661" r:id="rId17"/>
    <p:sldLayoutId id="2147483678" r:id="rId1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66700" indent="-2667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542925" indent="-276225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8096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0763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3430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8.svg"/><Relationship Id="rId3" Type="http://schemas.openxmlformats.org/officeDocument/2006/relationships/image" Target="../media/image19.jpeg"/><Relationship Id="rId7" Type="http://schemas.openxmlformats.org/officeDocument/2006/relationships/image" Target="../media/image22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svg"/><Relationship Id="rId11" Type="http://schemas.openxmlformats.org/officeDocument/2006/relationships/hyperlink" Target="http://www.fabrikcam.com/" TargetMode="External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개체 틀 19" descr="나무 클로즈업&#10;&#10;높은 신뢰도로 생성된 설명">
            <a:extLst>
              <a:ext uri="{FF2B5EF4-FFF2-40B4-BE49-F238E27FC236}">
                <a16:creationId xmlns:a16="http://schemas.microsoft.com/office/drawing/2014/main" id="{3072B96B-8E35-4D15-80A0-1DD4745F75B5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2E3EA56B-BEB0-4656-A20B-D15F03B7A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768422"/>
            <a:ext cx="7457303" cy="2387600"/>
          </a:xfrm>
        </p:spPr>
        <p:txBody>
          <a:bodyPr rtlCol="0"/>
          <a:lstStyle/>
          <a:p>
            <a:pPr rtl="0"/>
            <a:r>
              <a:rPr lang="ko-KR" altLang="en-US" dirty="0" smtClean="0"/>
              <a:t>신규 인력을 위한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개발 도우미</a:t>
            </a:r>
            <a:endParaRPr lang="ko-KR" altLang="en-US" dirty="0"/>
          </a:p>
        </p:txBody>
      </p:sp>
      <p:sp>
        <p:nvSpPr>
          <p:cNvPr id="7" name="부제목 6">
            <a:extLst>
              <a:ext uri="{FF2B5EF4-FFF2-40B4-BE49-F238E27FC236}">
                <a16:creationId xmlns:a16="http://schemas.microsoft.com/office/drawing/2014/main" id="{DA0FE6D5-D475-4CBB-A6C2-E3D991A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53578"/>
            <a:ext cx="7457302" cy="936000"/>
          </a:xfrm>
        </p:spPr>
        <p:txBody>
          <a:bodyPr rtlCol="0"/>
          <a:lstStyle/>
          <a:p>
            <a:pPr rtl="0"/>
            <a:r>
              <a:rPr lang="ko-KR" altLang="en-US" dirty="0" smtClean="0"/>
              <a:t>솔루션 플랫폼 개발팀</a:t>
            </a:r>
            <a:endParaRPr lang="en-US" altLang="ko-KR" dirty="0" smtClean="0"/>
          </a:p>
          <a:p>
            <a:pPr rtl="0"/>
            <a:r>
              <a:rPr lang="ko-KR" altLang="en-US" dirty="0" smtClean="0"/>
              <a:t>이원철</a:t>
            </a:r>
            <a:endParaRPr lang="ko-KR" altLang="en-US" dirty="0"/>
          </a:p>
        </p:txBody>
      </p:sp>
      <p:sp>
        <p:nvSpPr>
          <p:cNvPr id="47" name="자유형: 도형 46" title="기하 도형">
            <a:extLst>
              <a:ext uri="{FF2B5EF4-FFF2-40B4-BE49-F238E27FC236}">
                <a16:creationId xmlns:a16="http://schemas.microsoft.com/office/drawing/2014/main" id="{B6D0B8EE-8E06-4051-87BF-62C153F3FBBB}"/>
              </a:ext>
            </a:extLst>
          </p:cNvPr>
          <p:cNvSpPr/>
          <p:nvPr/>
        </p:nvSpPr>
        <p:spPr>
          <a:xfrm rot="4308689">
            <a:off x="5269765" y="1275138"/>
            <a:ext cx="1980696" cy="2066510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5234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200" b="1" dirty="0" smtClean="0"/>
              <a:t>현업에서의 개발 환경</a:t>
            </a:r>
            <a:endParaRPr lang="en-US" altLang="ko-KR" sz="2200" b="1" dirty="0" smtClean="0"/>
          </a:p>
          <a:p>
            <a:pPr lvl="1"/>
            <a:r>
              <a:rPr lang="en-US" altLang="ko-KR" sz="1800" dirty="0" smtClean="0"/>
              <a:t>Linux </a:t>
            </a:r>
            <a:r>
              <a:rPr lang="ko-KR" altLang="en-US" sz="1800" dirty="0" smtClean="0"/>
              <a:t>기반의 개발 환경</a:t>
            </a:r>
            <a:endParaRPr lang="en-US" altLang="ko-KR" sz="1800" dirty="0" smtClean="0"/>
          </a:p>
          <a:p>
            <a:pPr lvl="1"/>
            <a:r>
              <a:rPr lang="ko-KR" altLang="en-US" sz="1800" dirty="0" smtClean="0"/>
              <a:t>다양한 </a:t>
            </a:r>
            <a:r>
              <a:rPr lang="en-US" altLang="ko-KR" sz="1800" dirty="0"/>
              <a:t>open source </a:t>
            </a:r>
            <a:r>
              <a:rPr lang="en-US" altLang="ko-KR" sz="1800" dirty="0" smtClean="0"/>
              <a:t>library </a:t>
            </a:r>
            <a:r>
              <a:rPr lang="ko-KR" altLang="en-US" sz="1800" dirty="0" smtClean="0"/>
              <a:t>와 </a:t>
            </a:r>
            <a:r>
              <a:rPr lang="en-US" altLang="ko-KR" sz="1800" dirty="0" smtClean="0"/>
              <a:t>package </a:t>
            </a:r>
            <a:r>
              <a:rPr lang="ko-KR" altLang="en-US" sz="1800" dirty="0" smtClean="0"/>
              <a:t>이용한 </a:t>
            </a:r>
            <a:r>
              <a:rPr lang="ko-KR" altLang="en-US" sz="1800" dirty="0"/>
              <a:t>개발 </a:t>
            </a:r>
            <a:r>
              <a:rPr lang="ko-KR" altLang="en-US" sz="1800" dirty="0" smtClean="0"/>
              <a:t>환경</a:t>
            </a:r>
            <a:endParaRPr lang="en-US" altLang="ko-KR" sz="1800" dirty="0" smtClean="0"/>
          </a:p>
          <a:p>
            <a:pPr lvl="1"/>
            <a:r>
              <a:rPr lang="en-US" altLang="ko-KR" sz="1800" dirty="0" smtClean="0"/>
              <a:t>Python, GO, C++ </a:t>
            </a:r>
            <a:r>
              <a:rPr lang="ko-KR" altLang="en-US" sz="1800" dirty="0" smtClean="0"/>
              <a:t>등의 다양한 언어 이용</a:t>
            </a:r>
            <a:endParaRPr lang="en-US" altLang="ko-KR" sz="1800" dirty="0" smtClean="0"/>
          </a:p>
          <a:p>
            <a:pPr lvl="1"/>
            <a:r>
              <a:rPr lang="en-US" altLang="ko-KR" sz="1800" dirty="0" smtClean="0"/>
              <a:t>Virtual/Physical Server </a:t>
            </a:r>
            <a:r>
              <a:rPr lang="ko-KR" altLang="en-US" sz="1800" dirty="0" smtClean="0"/>
              <a:t>환경에서의 개발과 </a:t>
            </a:r>
            <a:r>
              <a:rPr lang="en-US" altLang="ko-KR" sz="1800" dirty="0" smtClean="0"/>
              <a:t>CI/CD workflow</a:t>
            </a:r>
          </a:p>
          <a:p>
            <a:pPr lvl="1"/>
            <a:r>
              <a:rPr lang="en-US" altLang="ko-KR" sz="1800" dirty="0" smtClean="0"/>
              <a:t>…</a:t>
            </a:r>
          </a:p>
          <a:p>
            <a:pPr lvl="1"/>
            <a:endParaRPr lang="en-US" altLang="ko-KR" sz="1800" dirty="0" smtClean="0"/>
          </a:p>
          <a:p>
            <a:pPr lvl="1"/>
            <a:endParaRPr lang="en-US" altLang="ko-KR" sz="1800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배경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5525756" y="6085836"/>
            <a:ext cx="432000" cy="432000"/>
          </a:xfrm>
        </p:spPr>
        <p:txBody>
          <a:bodyPr/>
          <a:lstStyle/>
          <a:p>
            <a:fld id="{19B51A1E-902D-48AF-9020-955120F399B6}" type="slidenum">
              <a:rPr lang="en-ZA" altLang="ko-KR" smtClean="0"/>
              <a:pPr/>
              <a:t>2</a:t>
            </a:fld>
            <a:endParaRPr lang="ko-KR" altLang="en-US" dirty="0"/>
          </a:p>
        </p:txBody>
      </p:sp>
      <p:grpSp>
        <p:nvGrpSpPr>
          <p:cNvPr id="9" name="그룹 8"/>
          <p:cNvGrpSpPr/>
          <p:nvPr/>
        </p:nvGrpSpPr>
        <p:grpSpPr>
          <a:xfrm>
            <a:off x="432000" y="3887732"/>
            <a:ext cx="4142148" cy="1189822"/>
            <a:chOff x="716096" y="4252511"/>
            <a:chExt cx="4638102" cy="1189822"/>
          </a:xfrm>
        </p:grpSpPr>
        <p:sp>
          <p:nvSpPr>
            <p:cNvPr id="7" name="모서리가 둥근 직사각형 6"/>
            <p:cNvSpPr/>
            <p:nvPr/>
          </p:nvSpPr>
          <p:spPr>
            <a:xfrm>
              <a:off x="716096" y="4252511"/>
              <a:ext cx="4638102" cy="118982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1884" y="4573336"/>
              <a:ext cx="4365196" cy="4667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/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이번 </a:t>
              </a:r>
              <a:r>
                <a:rPr lang="en-US" altLang="ko-KR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Sprint </a:t>
              </a:r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동안</a:t>
              </a:r>
              <a:r>
                <a:rPr lang="en-US" altLang="ko-KR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알려준 </a:t>
              </a:r>
              <a:r>
                <a:rPr lang="en-US" altLang="ko-KR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test </a:t>
              </a:r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시나리오에 대해서 </a:t>
              </a:r>
              <a:r>
                <a:rPr lang="en-US" altLang="ko-KR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TC </a:t>
              </a:r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만들어서 </a:t>
              </a:r>
              <a:r>
                <a:rPr lang="en-US" altLang="ko-KR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PR </a:t>
              </a:r>
              <a:r>
                <a:rPr lang="ko-KR" altLang="en-US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올려줘요</a:t>
              </a:r>
              <a:endPara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477364" y="2774105"/>
            <a:ext cx="4365196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Pytest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Go test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기반의 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TC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를 어떻게 만들죠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45985" y="3246446"/>
            <a:ext cx="4715219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가이드 대로 했더니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VM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환경에서는 에러가 나는데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해결해요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45985" y="3937206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Pkg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가 없다는데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어디서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받고 설치해요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28553" y="4382073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Vscode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에서 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debug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어떻게 해야해요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28553" y="4909258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우리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S/W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어떻게 설치하고 실행해요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77364" y="5358216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말씀하신게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뭔지 모르겠어요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77364" y="5768749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CI/CD workflow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어디서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수정해요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오른쪽 화살표 16"/>
          <p:cNvSpPr/>
          <p:nvPr/>
        </p:nvSpPr>
        <p:spPr>
          <a:xfrm>
            <a:off x="5043356" y="4255472"/>
            <a:ext cx="914400" cy="454342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4737253" y="5077554"/>
            <a:ext cx="1220503" cy="4529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endParaRPr lang="ko-KR" altLang="en-US" sz="1200" dirty="0" smtClean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77364" y="6161455"/>
            <a:ext cx="4365196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982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/>
          <p:cNvSpPr/>
          <p:nvPr/>
        </p:nvSpPr>
        <p:spPr>
          <a:xfrm>
            <a:off x="154236" y="2478795"/>
            <a:ext cx="5158478" cy="364028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배경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FD6F7B2-6BF5-405E-9100-D56ABF79EB9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내용 개체 틀 1"/>
          <p:cNvSpPr txBox="1">
            <a:spLocks/>
          </p:cNvSpPr>
          <p:nvPr/>
        </p:nvSpPr>
        <p:spPr>
          <a:xfrm>
            <a:off x="432000" y="1152000"/>
            <a:ext cx="11340000" cy="4680000"/>
          </a:xfrm>
          <a:prstGeom prst="rect">
            <a:avLst/>
          </a:prstGeom>
        </p:spPr>
        <p:txBody>
          <a:bodyPr/>
          <a:lstStyle>
            <a:lvl1pPr marL="266700" indent="-2667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542925" indent="-276225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809625" indent="-2667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076325" indent="-2667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343025" indent="-2667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200" b="1" dirty="0" err="1" smtClean="0"/>
              <a:t>Chatbot</a:t>
            </a:r>
            <a:r>
              <a:rPr lang="en-US" altLang="ko-KR" sz="2200" b="1" dirty="0" smtClean="0"/>
              <a:t> </a:t>
            </a:r>
            <a:r>
              <a:rPr lang="ko-KR" altLang="en-US" sz="2200" b="1" dirty="0" smtClean="0"/>
              <a:t>통한 개발 도우미</a:t>
            </a:r>
            <a:endParaRPr lang="en-US" altLang="ko-KR" sz="2200" b="1" dirty="0" smtClean="0"/>
          </a:p>
          <a:p>
            <a:pPr lvl="1"/>
            <a:r>
              <a:rPr lang="ko-KR" altLang="en-US" dirty="0" smtClean="0"/>
              <a:t>현업에서 부딪히는 많은 문제들에 대한 가이드 할 수 있는 경험 많은 개발자 </a:t>
            </a:r>
            <a:r>
              <a:rPr lang="en-US" altLang="ko-KR" dirty="0" smtClean="0"/>
              <a:t>Bot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sz="1800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016" y="3051484"/>
            <a:ext cx="1773012" cy="2049326"/>
          </a:xfrm>
          <a:prstGeom prst="rect">
            <a:avLst/>
          </a:prstGeom>
        </p:spPr>
      </p:pic>
      <p:cxnSp>
        <p:nvCxnSpPr>
          <p:cNvPr id="7" name="직선 화살표 연결선 6"/>
          <p:cNvCxnSpPr/>
          <p:nvPr/>
        </p:nvCxnSpPr>
        <p:spPr>
          <a:xfrm flipV="1">
            <a:off x="5312714" y="4237395"/>
            <a:ext cx="909239" cy="6714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811" y="2603963"/>
            <a:ext cx="4365196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Pytest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Go test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기반의 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TC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를 어떻게 만들죠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9432" y="3076304"/>
            <a:ext cx="4715219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가이드 대로 했더니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VM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환경에서는 에러가 나는데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해결해요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6406" y="3748355"/>
            <a:ext cx="4856308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Pkg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가 없다는데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어디서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받고 설치해요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6406" y="4221674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Vscode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에서 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debug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어떻게 해야해요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2000" y="4739116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우리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S/W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어떻게 설치하고 실행해요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0811" y="5188074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b="1" dirty="0" err="1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말씀하신게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 뭔지 모르겠어요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80811" y="5598607"/>
            <a:ext cx="5587562" cy="4667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CI/CD workflow 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는 어디서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ko-KR" altLang="en-US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어떻게 수정해요</a:t>
            </a:r>
            <a:r>
              <a:rPr lang="en-US" altLang="ko-KR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? </a:t>
            </a:r>
            <a:endParaRPr lang="ko-KR" altLang="en-US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9200330" y="2919304"/>
            <a:ext cx="2423709" cy="30810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개인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wiki pages</a:t>
            </a:r>
            <a:endParaRPr lang="ko-KR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2" name="모서리가 둥근 직사각형 21"/>
          <p:cNvSpPr/>
          <p:nvPr/>
        </p:nvSpPr>
        <p:spPr>
          <a:xfrm>
            <a:off x="9200329" y="3840630"/>
            <a:ext cx="2423710" cy="557052"/>
          </a:xfrm>
          <a:prstGeom prst="roundRect">
            <a:avLst/>
          </a:prstGeom>
          <a:solidFill>
            <a:srgbClr val="AAC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Mosaic/wiki</a:t>
            </a:r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에서의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/>
            </a:r>
            <a:b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trouble shooting</a:t>
            </a:r>
            <a:endParaRPr lang="ko-KR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9200330" y="4837907"/>
            <a:ext cx="2423710" cy="557052"/>
          </a:xfrm>
          <a:prstGeom prst="roundRect">
            <a:avLst/>
          </a:prstGeom>
          <a:solidFill>
            <a:srgbClr val="AAC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기술 설명 </a:t>
            </a:r>
            <a:r>
              <a:rPr lang="en-US" altLang="ko-KR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wiki</a:t>
            </a:r>
            <a:endParaRPr lang="ko-KR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5" name="직선 화살표 연결선 24"/>
          <p:cNvCxnSpPr>
            <a:stCxn id="20" idx="1"/>
          </p:cNvCxnSpPr>
          <p:nvPr/>
        </p:nvCxnSpPr>
        <p:spPr>
          <a:xfrm flipH="1">
            <a:off x="8212112" y="3073355"/>
            <a:ext cx="988218" cy="585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>
            <a:stCxn id="22" idx="1"/>
          </p:cNvCxnSpPr>
          <p:nvPr/>
        </p:nvCxnSpPr>
        <p:spPr>
          <a:xfrm flipH="1">
            <a:off x="8212112" y="4119156"/>
            <a:ext cx="988217" cy="3889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>
            <a:stCxn id="23" idx="1"/>
          </p:cNvCxnSpPr>
          <p:nvPr/>
        </p:nvCxnSpPr>
        <p:spPr>
          <a:xfrm flipH="1" flipV="1">
            <a:off x="8212112" y="4694011"/>
            <a:ext cx="988218" cy="4224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200329" y="3264494"/>
            <a:ext cx="2556905" cy="22427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100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*Project : </a:t>
            </a:r>
            <a:r>
              <a:rPr lang="ko-KR" altLang="en-US" sz="1100" b="1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이들 중 한 페이지 내용 사용</a:t>
            </a:r>
            <a:endParaRPr lang="ko-KR" altLang="en-US" sz="1100" b="1" dirty="0" smtClean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3278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Architecture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FD6F7B2-6BF5-405E-9100-D56ABF79EB9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471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9B51A1E-902D-48AF-9020-955120F399B6}" type="slidenum">
              <a:rPr lang="en-ZA" altLang="ko-KR" smtClean="0"/>
              <a:pPr/>
              <a:t>5</a:t>
            </a:fld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96" y="1700754"/>
            <a:ext cx="4382112" cy="1124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12094" y="1700754"/>
            <a:ext cx="4124781" cy="31957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Word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파일이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1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개 문서로 통으로 읽고 있어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검색 결과가 없음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. </a:t>
            </a: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0035" y="3049955"/>
            <a:ext cx="6754168" cy="21720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03588" y="3898197"/>
            <a:ext cx="4124781" cy="31957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‘\n’ , ‘.’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기준으로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sentence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로 나누고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이를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embedding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24" y="5365535"/>
            <a:ext cx="6191250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735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9B51A1E-902D-48AF-9020-955120F399B6}" type="slidenum">
              <a:rPr lang="en-ZA" altLang="ko-KR" smtClean="0"/>
              <a:pPr/>
              <a:t>6</a:t>
            </a:fld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69842" y="1285461"/>
            <a:ext cx="10429461" cy="92765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엉뚱한 답변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r>
              <a:rPr lang="en-US" altLang="ko-KR" dirty="0" err="1"/>
              <a:t>emdeding_id</a:t>
            </a:r>
            <a:r>
              <a:rPr lang="en-US" altLang="ko-KR" dirty="0"/>
              <a:t> = "sentence-transformers/paraphrase-multilingual-MiniLM-L12-v2"</a:t>
            </a: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64" y="2098407"/>
            <a:ext cx="5088836" cy="16625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469" y="3772852"/>
            <a:ext cx="10429461" cy="92765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한글 질문에 좀 더 적합한 모델로 변경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r>
              <a:rPr lang="en-US" altLang="ko-KR" dirty="0" err="1">
                <a:solidFill>
                  <a:srgbClr val="CCCCCC"/>
                </a:solidFill>
                <a:latin typeface="Consolas" panose="020B0609020204030204" pitchFamily="49" charset="0"/>
              </a:rPr>
              <a:t>emdeding_id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ko-KR" dirty="0" err="1">
                <a:solidFill>
                  <a:srgbClr val="CE9178"/>
                </a:solidFill>
                <a:latin typeface="Consolas" panose="020B0609020204030204" pitchFamily="49" charset="0"/>
              </a:rPr>
              <a:t>jhgan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/</a:t>
            </a:r>
            <a:r>
              <a:rPr lang="en-US" altLang="ko-KR" dirty="0" err="1">
                <a:solidFill>
                  <a:srgbClr val="CE9178"/>
                </a:solidFill>
                <a:latin typeface="Consolas" panose="020B0609020204030204" pitchFamily="49" charset="0"/>
              </a:rPr>
              <a:t>ko-sbert-sts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endParaRPr lang="en-US" altLang="ko-KR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42" y="4333748"/>
            <a:ext cx="6782747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1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7</a:t>
            </a:fld>
            <a:endParaRPr lang="ko-KR" altLang="en-US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56E680-91E7-4B5E-BF8F-30234A8B6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63" y="864000"/>
            <a:ext cx="9496425" cy="3524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754495-4A0A-4E89-8051-CDA084ADA917}"/>
              </a:ext>
            </a:extLst>
          </p:cNvPr>
          <p:cNvSpPr txBox="1"/>
          <p:nvPr/>
        </p:nvSpPr>
        <p:spPr>
          <a:xfrm>
            <a:off x="300902" y="4656157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의미 없는 답변을 반복 생성</a:t>
            </a:r>
            <a:endParaRPr lang="en-US" altLang="ko-KR" dirty="0"/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13DEA67-09F3-412B-9209-D77F97E12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131" y="2626125"/>
            <a:ext cx="8839200" cy="3390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99E1BA-9711-48C0-B45C-BC79520855AB}"/>
              </a:ext>
            </a:extLst>
          </p:cNvPr>
          <p:cNvSpPr txBox="1"/>
          <p:nvPr/>
        </p:nvSpPr>
        <p:spPr>
          <a:xfrm>
            <a:off x="5518360" y="6043004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Model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변경과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prompt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변경 해도 개선이 없음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0040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6A866F-395E-47DA-B715-C43305D5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E807BD8-40DD-4C99-AE4D-10BF2780EB6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8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13B996-4612-48B2-9AAC-81DF4B9E8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78" y="1932734"/>
            <a:ext cx="3209925" cy="733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8475B8-44AF-4897-A743-ACE0B0176D25}"/>
              </a:ext>
            </a:extLst>
          </p:cNvPr>
          <p:cNvSpPr txBox="1"/>
          <p:nvPr/>
        </p:nvSpPr>
        <p:spPr>
          <a:xfrm>
            <a:off x="758102" y="2896392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Repetiion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penaly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부여로 개선 확인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8D80F32-E192-42C3-BAA3-5DFA28E91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932" y="3224578"/>
            <a:ext cx="9563100" cy="28765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8503FB-D29D-4AB8-B361-8A6ED94CF53B}"/>
              </a:ext>
            </a:extLst>
          </p:cNvPr>
          <p:cNvSpPr txBox="1"/>
          <p:nvPr/>
        </p:nvSpPr>
        <p:spPr>
          <a:xfrm>
            <a:off x="4675678" y="6299345"/>
            <a:ext cx="438764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하지만 여전히 중복된 표현이 존재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7B model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kernel crash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유발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4bit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quatization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방법 사용 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적합한 모델 검색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/download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많은 시간 소모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82167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D81F6F-B418-4FE3-AD24-8255F8ED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BE3FE46-08CE-4258-B7FA-0127A097F18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9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E03F736-14C5-485A-BF5C-A8B1D2D9E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675" y="3086100"/>
            <a:ext cx="5200650" cy="685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32BBDC-6214-4EBF-AE93-96E9241F8ECE}"/>
              </a:ext>
            </a:extLst>
          </p:cNvPr>
          <p:cNvSpPr txBox="1"/>
          <p:nvPr/>
        </p:nvSpPr>
        <p:spPr>
          <a:xfrm>
            <a:off x="776032" y="2510910"/>
            <a:ext cx="587578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Model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변경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(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gen_model_id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= "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mlabonne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/gemma-2b“)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으로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자연어 처리 개선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47A0BE9-9034-4F71-A70E-D2831F66B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4259725"/>
            <a:ext cx="12192000" cy="45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79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E7AF7-C471-4F75-854F-7A96E82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A028ACE-4486-42D1-B5AB-8C3C3256147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10</a:t>
            </a:fld>
            <a:endParaRPr lang="ko-KR" alt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D52BF-5953-4C39-BDA8-57FA8154E877}"/>
              </a:ext>
            </a:extLst>
          </p:cNvPr>
          <p:cNvSpPr txBox="1"/>
          <p:nvPr/>
        </p:nvSpPr>
        <p:spPr>
          <a:xfrm>
            <a:off x="432000" y="1506863"/>
            <a:ext cx="587578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Jupyter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환경에서는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file load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약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초 소모되었으나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streamlit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에서는 매우 오래 소모되어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진행 사항 표현하고자 함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(progress bar)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0C52FF-8253-4B8E-BED9-46C2E602B179}"/>
              </a:ext>
            </a:extLst>
          </p:cNvPr>
          <p:cNvSpPr txBox="1"/>
          <p:nvPr/>
        </p:nvSpPr>
        <p:spPr>
          <a:xfrm>
            <a:off x="7324164" y="2275973"/>
            <a:ext cx="3532094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Streamlit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이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single thread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동작하면서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뒤의 수행을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block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시킴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-&gt; </a:t>
            </a: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Progress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bar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도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loader.load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()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에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block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되면서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표시가 안됨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E629DBF-83A9-4053-987F-2A85812BE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04" y="2085134"/>
            <a:ext cx="6496050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7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A71A8-6742-4252-BCC7-3B5A4058D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1D875C5-5A28-4EF7-87DB-56F0F6C311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11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314497-B1FE-4012-A29A-09ACB92B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872" y="1180065"/>
            <a:ext cx="7067550" cy="51911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7C909-476B-4866-8A42-B31EA6995D0B}"/>
              </a:ext>
            </a:extLst>
          </p:cNvPr>
          <p:cNvSpPr txBox="1"/>
          <p:nvPr/>
        </p:nvSpPr>
        <p:spPr>
          <a:xfrm>
            <a:off x="312083" y="1738263"/>
            <a:ext cx="45288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-&gt; docx2txt </a:t>
            </a:r>
            <a:r>
              <a:rPr lang="ko-KR" alt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라이브러리로 변경</a:t>
            </a:r>
            <a:endParaRPr lang="en-US" altLang="ko-KR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DB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저장도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progress bar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추가하여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진행 사항 표시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(docs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한번에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저장되는것을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개별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doc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단위로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progress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</a:t>
            </a:r>
            <a:endParaRPr lang="ko-KR" altLang="en-US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74AEE62-EA47-4FA6-9237-5D2BE21D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084" y="3137452"/>
            <a:ext cx="4352925" cy="12763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B368E58-3688-441D-8F80-74CE79B77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84" y="4700307"/>
            <a:ext cx="885825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833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801633-AA69-4A0B-A26F-7E26E1486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B872E07-8B45-4C70-BCF3-BDDAE60E815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719228" y="6049533"/>
            <a:ext cx="432000" cy="432000"/>
          </a:xfrm>
        </p:spPr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12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43D2CAF-1461-4C54-BE44-F6DCF95C6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44223"/>
            <a:ext cx="12192000" cy="5695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47C6E7-29F5-4409-9332-51AF3E6902A3}"/>
              </a:ext>
            </a:extLst>
          </p:cNvPr>
          <p:cNvSpPr txBox="1"/>
          <p:nvPr/>
        </p:nvSpPr>
        <p:spPr>
          <a:xfrm>
            <a:off x="312083" y="1738263"/>
            <a:ext cx="45288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질의시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history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를 적용했더니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여러 질문 이후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아래 메시지가 나오면서 수행이 안됨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ko-KR" altLang="en-US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4279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개체 틀 18" descr="자연 풍경 그림&#10;&#10;높은 신뢰도로 생성된 설명">
            <a:extLst>
              <a:ext uri="{FF2B5EF4-FFF2-40B4-BE49-F238E27FC236}">
                <a16:creationId xmlns:a16="http://schemas.microsoft.com/office/drawing/2014/main" id="{7DD607C7-7CF7-4A0F-BFF7-6F3C46205E6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" r="11"/>
          <a:stretch>
            <a:fillRect/>
          </a:stretch>
        </p:blipFill>
        <p:spPr/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BDC24D3-EEF0-4B69-A174-E4DFF78848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감사합니다</a:t>
            </a:r>
            <a:r>
              <a:rPr lang="en-US" altLang="ko-KR" dirty="0"/>
              <a:t>!</a:t>
            </a:r>
          </a:p>
        </p:txBody>
      </p:sp>
      <p:cxnSp>
        <p:nvCxnSpPr>
          <p:cNvPr id="5" name="직선 연결선(S) 4" descr="구분선">
            <a:extLst>
              <a:ext uri="{FF2B5EF4-FFF2-40B4-BE49-F238E27FC236}">
                <a16:creationId xmlns:a16="http://schemas.microsoft.com/office/drawing/2014/main" id="{FE07C9EC-5158-440C-995A-EAC50D3E05D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/>
        </p:nvCxnSpPr>
        <p:spPr>
          <a:xfrm>
            <a:off x="7777113" y="2412127"/>
            <a:ext cx="0" cy="11001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그림 개체 틀 28">
            <a:extLst>
              <a:ext uri="{FF2B5EF4-FFF2-40B4-BE49-F238E27FC236}">
                <a16:creationId xmlns:a16="http://schemas.microsoft.com/office/drawing/2014/main" id="{F7A1C9A3-D9CA-3245-A622-A160A2C4AC8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/>
          <a:stretch>
            <a:fillRect/>
          </a:stretch>
        </p:blipFill>
        <p:spPr>
          <a:xfrm>
            <a:off x="8065008" y="2591534"/>
            <a:ext cx="1344168" cy="696523"/>
          </a:xfrm>
        </p:spPr>
      </p:pic>
      <p:sp>
        <p:nvSpPr>
          <p:cNvPr id="7" name="부제목 6">
            <a:extLst>
              <a:ext uri="{FF2B5EF4-FFF2-40B4-BE49-F238E27FC236}">
                <a16:creationId xmlns:a16="http://schemas.microsoft.com/office/drawing/2014/main" id="{ACCCCDAD-0E0B-437F-8CAA-0536470B2E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조지민</a:t>
            </a:r>
          </a:p>
        </p:txBody>
      </p:sp>
      <p:pic>
        <p:nvPicPr>
          <p:cNvPr id="13" name="그래픽 12" descr="사용자" title="아이콘 - 발표자 이름">
            <a:extLst>
              <a:ext uri="{FF2B5EF4-FFF2-40B4-BE49-F238E27FC236}">
                <a16:creationId xmlns:a16="http://schemas.microsoft.com/office/drawing/2014/main" id="{708AF784-88DE-4E89-A28B-BECD54FC11C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7284624" y="3886690"/>
            <a:ext cx="164463" cy="164463"/>
          </a:xfrm>
          <a:prstGeom prst="rect">
            <a:avLst/>
          </a:prstGeom>
        </p:spPr>
      </p:pic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50F9D0C-7F14-4B83-A0A3-5710128C81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n-US" altLang="ko-KR" dirty="0"/>
              <a:t>+1 23 987 6554</a:t>
            </a:r>
          </a:p>
        </p:txBody>
      </p:sp>
      <p:pic>
        <p:nvPicPr>
          <p:cNvPr id="15" name="그래픽 14" descr="휴대폰" title="아이콘 - 발표자 전화 번호">
            <a:extLst>
              <a:ext uri="{FF2B5EF4-FFF2-40B4-BE49-F238E27FC236}">
                <a16:creationId xmlns:a16="http://schemas.microsoft.com/office/drawing/2014/main" id="{E276E47B-4C08-4FEC-AAE8-3DCCBA7EE72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7284624" y="4196776"/>
            <a:ext cx="164463" cy="164463"/>
          </a:xfrm>
          <a:prstGeom prst="rect">
            <a:avLst/>
          </a:prstGeom>
        </p:spPr>
      </p:pic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2EF9E03C-A81E-4083-9F20-EF8FFAF591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지민</a:t>
            </a:r>
            <a:r>
              <a:rPr lang="en-US" altLang="ko-KR" dirty="0"/>
              <a:t>@email.com</a:t>
            </a:r>
          </a:p>
        </p:txBody>
      </p:sp>
      <p:pic>
        <p:nvPicPr>
          <p:cNvPr id="14" name="그래픽 13" descr="봉투" title="발표자 전자 메일 아이콘">
            <a:extLst>
              <a:ext uri="{FF2B5EF4-FFF2-40B4-BE49-F238E27FC236}">
                <a16:creationId xmlns:a16="http://schemas.microsoft.com/office/drawing/2014/main" id="{4F2D4997-93AD-4A62-8488-4572923DB817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7284624" y="4530964"/>
            <a:ext cx="164463" cy="164463"/>
          </a:xfrm>
          <a:prstGeom prst="rect">
            <a:avLst/>
          </a:prstGeom>
        </p:spPr>
      </p:pic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88557579-7DEF-FF4C-AD37-0E81A6BB3B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n-US" altLang="ko-KR" dirty="0">
                <a:hlinkClick r:id="rId11"/>
              </a:rPr>
              <a:t>www.fabrikam.com</a:t>
            </a:r>
            <a:r>
              <a:rPr lang="ko-KR" altLang="en-US" dirty="0"/>
              <a:t> </a:t>
            </a:r>
          </a:p>
        </p:txBody>
      </p:sp>
      <p:pic>
        <p:nvPicPr>
          <p:cNvPr id="30" name="그래픽 29" descr="세계">
            <a:extLst>
              <a:ext uri="{FF2B5EF4-FFF2-40B4-BE49-F238E27FC236}">
                <a16:creationId xmlns:a16="http://schemas.microsoft.com/office/drawing/2014/main" id="{07973E30-0C12-8442-90B5-47D1C45545A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7278999" y="4843614"/>
            <a:ext cx="170088" cy="170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429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Great Pitch Decks - Environment">
      <a:dk1>
        <a:sysClr val="windowText" lastClr="000000"/>
      </a:dk1>
      <a:lt1>
        <a:sysClr val="window" lastClr="FFFFFF"/>
      </a:lt1>
      <a:dk2>
        <a:srgbClr val="375C1E"/>
      </a:dk2>
      <a:lt2>
        <a:srgbClr val="E2DFCC"/>
      </a:lt2>
      <a:accent1>
        <a:srgbClr val="9ACB39"/>
      </a:accent1>
      <a:accent2>
        <a:srgbClr val="64C24A"/>
      </a:accent2>
      <a:accent3>
        <a:srgbClr val="297D53"/>
      </a:accent3>
      <a:accent4>
        <a:srgbClr val="FECF3F"/>
      </a:accent4>
      <a:accent5>
        <a:srgbClr val="F99D40"/>
      </a:accent5>
      <a:accent6>
        <a:srgbClr val="715C21"/>
      </a:accent6>
      <a:hlink>
        <a:srgbClr val="63A537"/>
      </a:hlink>
      <a:folHlink>
        <a:srgbClr val="63A537"/>
      </a:folHlink>
    </a:clrScheme>
    <a:fontScheme name="Custom 143">
      <a:majorFont>
        <a:latin typeface="Rockwel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defRPr sz="1200" dirty="0" smtClean="0">
            <a:solidFill>
              <a:schemeClr val="tx1">
                <a:lumMod val="75000"/>
                <a:lumOff val="25000"/>
              </a:schemeClr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19716240_TF16411175.potx" id="{2F727159-B4B2-45D8-A163-ABEEA6822E57}" vid="{24BD772C-EB44-4D55-AA09-B81AA5E53BF7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Verdant 발표 데크</Template>
  <TotalTime>0</TotalTime>
  <Words>422</Words>
  <Application>Microsoft Office PowerPoint</Application>
  <PresentationFormat>와이드스크린</PresentationFormat>
  <Paragraphs>79</Paragraphs>
  <Slides>13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맑은 고딕</vt:lpstr>
      <vt:lpstr>Arial</vt:lpstr>
      <vt:lpstr>Calibri Light</vt:lpstr>
      <vt:lpstr>Consolas</vt:lpstr>
      <vt:lpstr>Rockwell</vt:lpstr>
      <vt:lpstr>Times New Roman</vt:lpstr>
      <vt:lpstr>Office 테마</vt:lpstr>
      <vt:lpstr>신규 인력을 위한  개발 도우미</vt:lpstr>
      <vt:lpstr>배경</vt:lpstr>
      <vt:lpstr>배경</vt:lpstr>
      <vt:lpstr>Architecture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감사합니다!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2025-11-25T12:45:17Z</dcterms:created>
  <dcterms:modified xsi:type="dcterms:W3CDTF">2025-11-26T15:19:37Z</dcterms:modified>
</cp:coreProperties>
</file>