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7" r:id="rId3"/>
    <p:sldId id="288" r:id="rId4"/>
    <p:sldId id="289" r:id="rId5"/>
    <p:sldId id="279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3" autoAdjust="0"/>
    <p:restoredTop sz="94607" autoAdjust="0"/>
  </p:normalViewPr>
  <p:slideViewPr>
    <p:cSldViewPr snapToGrid="0">
      <p:cViewPr varScale="1">
        <p:scale>
          <a:sx n="55" d="100"/>
          <a:sy n="55" d="100"/>
        </p:scale>
        <p:origin x="96" y="2454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25T22:34:04.602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C352C7-1016-4D1A-9D3E-2095A1002F91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2025년 11월 25일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ZA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17870AF-1C7D-40B6-B679-6F8254403883}" type="datetime4">
              <a:rPr lang="ko-KR" altLang="en-US" smtClean="0"/>
              <a:pPr/>
              <a:t>2025년 11월 25일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ZA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en-ZA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8649DAF-093F-4482-AA38-346E9A2DEE94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ZA" altLang="ko-KR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3554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ZA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6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 smtClean="0"/>
              <a:t>여기에 이미지 삽입 또는 끌어서 놓기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684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rtlCol="0" anchor="b"/>
          <a:lstStyle>
            <a:lvl1pPr algn="l">
              <a:defRPr sz="42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dirty="0"/>
              <a:t>클릭하여 마스터 편집 </a:t>
            </a:r>
            <a:br>
              <a:rPr lang="ko-KR" altLang="en-US" noProof="0" dirty="0"/>
            </a:br>
            <a:r>
              <a:rPr lang="ko-KR" altLang="en-US" noProof="0" dirty="0"/>
              <a:t>제목 스타일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6840000" cy="936000"/>
          </a:xfrm>
          <a:solidFill>
            <a:schemeClr val="tx1">
              <a:alpha val="90000"/>
            </a:schemeClr>
          </a:solidFill>
        </p:spPr>
        <p:txBody>
          <a:bodyPr lIns="432000" tIns="144000" rtlCol="0"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4" y="86714"/>
            <a:ext cx="6009285" cy="6684572"/>
          </a:xfr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 smtClean="0"/>
              <a:t>여기에 이미지 삽입 또는 끌어서 놓기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86714"/>
            <a:ext cx="6009287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 </a:t>
            </a:r>
            <a:br>
              <a:rPr lang="ko-KR" altLang="en-US" noProof="0" dirty="0"/>
            </a:br>
            <a:r>
              <a:rPr lang="ko-KR" altLang="en-US" noProof="0" dirty="0"/>
              <a:t>마스터 제목 스타일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152672"/>
            <a:ext cx="6009287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ZA" noProof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상자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ko-KR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이미지 및 텍스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000" y="3517901"/>
            <a:ext cx="6012000" cy="1409700"/>
          </a:xfrm>
          <a:solidFill>
            <a:schemeClr val="tx1"/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 </a:t>
            </a:r>
            <a:br>
              <a:rPr lang="ko-KR" altLang="en-US" noProof="0" dirty="0"/>
            </a:br>
            <a:r>
              <a:rPr lang="ko-KR" altLang="en-US" noProof="0" dirty="0"/>
              <a:t>마스터 제목 스타일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00" y="4927600"/>
            <a:ext cx="6012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ZA" noProof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상자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ko-KR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000" y="86714"/>
            <a:ext cx="6009285" cy="3431187"/>
          </a:xfrm>
          <a:solidFill>
            <a:srgbClr val="333333"/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 smtClean="0"/>
              <a:t>여기에 이미지 삽입 또는 끌어서 놓기</a:t>
            </a:r>
            <a:endParaRPr lang="ko-KR" altLang="en-US" noProof="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64300" y="1152000"/>
            <a:ext cx="5307700" cy="4680000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11340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472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152525"/>
            <a:ext cx="5472113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360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152000"/>
            <a:ext cx="3600450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152000"/>
            <a:ext cx="3600450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216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152525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152525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148060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152525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디지털 제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3383603" y="1013721"/>
            <a:ext cx="7749965" cy="5100743"/>
            <a:chOff x="510812" y="938373"/>
            <a:chExt cx="8073393" cy="5313612"/>
          </a:xfrm>
        </p:grpSpPr>
        <p:sp>
          <p:nvSpPr>
            <p:cNvPr id="44" name="모서리가 둥근 직사각형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모서리가 둥근 직사각형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직사각형: 둥근 모서리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7" name="모서리가 둥근 직사각형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모서리가 둥근 직사각형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152000"/>
            <a:ext cx="2951603" cy="2196235"/>
          </a:xfrm>
        </p:spPr>
        <p:txBody>
          <a:bodyPr rtlCol="0" anchor="b"/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429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dirty="0"/>
              <a:t>여기에 강조 표시된 텍스트 삽입</a:t>
            </a:r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92796" y="1376357"/>
            <a:ext cx="6333545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noProof="0" dirty="0" smtClean="0"/>
              <a:t>여기에 이미지 삽입 또는 끌어서 놓기</a:t>
            </a:r>
            <a:endParaRPr lang="ko-KR" altLang="en-US" noProof="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3509766"/>
            <a:ext cx="2951163" cy="2322709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번호 옵션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5373076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906843" y="3429050"/>
            <a:ext cx="4522314" cy="2762949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774740" y="3429000"/>
            <a:ext cx="4522407" cy="276225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463" y="2278063"/>
            <a:ext cx="4522787" cy="885825"/>
          </a:xfrm>
        </p:spPr>
        <p:txBody>
          <a:bodyPr rtlCol="0" anchor="ctr"/>
          <a:lstStyle>
            <a:lvl1pPr marL="0" indent="0">
              <a:buNone/>
              <a:defRPr sz="8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 sz="8000">
                <a:latin typeface="+mj-lt"/>
              </a:defRPr>
            </a:lvl2pPr>
            <a:lvl3pPr marL="542925" indent="0">
              <a:buNone/>
              <a:defRPr sz="8000">
                <a:latin typeface="+mj-lt"/>
              </a:defRPr>
            </a:lvl3pPr>
            <a:lvl4pPr marL="809625" indent="0">
              <a:buNone/>
              <a:defRPr sz="8000">
                <a:latin typeface="+mj-lt"/>
              </a:defRPr>
            </a:lvl4pPr>
            <a:lvl5pPr marL="1076325" indent="0">
              <a:buNone/>
              <a:defRPr sz="8000">
                <a:latin typeface="+mj-lt"/>
              </a:defRPr>
            </a:lvl5pPr>
          </a:lstStyle>
          <a:p>
            <a:pPr lvl="0" rtl="0"/>
            <a:r>
              <a:rPr lang="en-US" altLang="ko-KR" noProof="0" dirty="0"/>
              <a:t>1</a:t>
            </a:r>
            <a:endParaRPr lang="ko-KR" altLang="en-ZA" noProof="0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2750" y="2278063"/>
            <a:ext cx="4522787" cy="885825"/>
          </a:xfrm>
        </p:spPr>
        <p:txBody>
          <a:bodyPr rtlCol="0" anchor="ctr"/>
          <a:lstStyle>
            <a:lvl1pPr marL="0" indent="0">
              <a:buNone/>
              <a:defRPr sz="8000" b="1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472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84325"/>
            <a:ext cx="5472113" cy="460692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152525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열 상자 표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6" y="2463936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5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8" cy="648000"/>
          </a:xfrm>
          <a:ln>
            <a:solidFill>
              <a:schemeClr val="accent1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1 </a:t>
            </a:r>
            <a:r>
              <a:rPr lang="ko-KR" altLang="en-US" noProof="0" dirty="0"/>
              <a:t>제목</a:t>
            </a:r>
            <a:endParaRPr lang="ko-KR" altLang="en-ZA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8" cy="648000"/>
          </a:xfrm>
          <a:ln>
            <a:solidFill>
              <a:schemeClr val="accent2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2 </a:t>
            </a:r>
            <a:r>
              <a:rPr lang="ko-KR" altLang="en-US" noProof="0" dirty="0"/>
              <a:t>제목</a:t>
            </a:r>
            <a:endParaRPr lang="ko-KR" altLang="en-ZA" noProof="0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6" y="1647240"/>
            <a:ext cx="2975578" cy="648000"/>
          </a:xfrm>
          <a:ln>
            <a:solidFill>
              <a:schemeClr val="accent3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3 </a:t>
            </a:r>
            <a:r>
              <a:rPr lang="ko-KR" altLang="en-US" noProof="0" dirty="0"/>
              <a:t>제목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간 표시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3" name="텍스트 개체 틀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431800" y="3866682"/>
            <a:ext cx="11339513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29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연도</a:t>
            </a:r>
            <a:endParaRPr lang="ko-KR" altLang="en-ZA" noProof="0" dirty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81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583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785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771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연도</a:t>
            </a:r>
            <a:endParaRPr lang="ko-KR" altLang="en-ZA" noProof="0" dirty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31986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9188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390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2" name="텍스트 개체 틀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7995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3" name="텍스트 개체 틀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3591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4" name="텍스트 개체 틀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793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5" name="텍스트 개체 틀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96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6" name="텍스트 개체 틀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2398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7" name="텍스트 개체 틀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59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8" name="텍스트 개체 틀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6801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9" name="텍스트 개체 틀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4002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0" name="텍스트 개체 틀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1204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1" name="텍스트 개체 틀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8406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2" name="텍스트 개체 틀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5608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3" name="텍스트 개체 틀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2809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4" name="텍스트 개체 틀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414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5" name="텍스트 개체 틀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0011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6" name="텍스트 개체 틀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213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7" name="텍스트 개체 틀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81616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8" name="텍스트 개체 틀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28818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9" name="텍스트 개체 틀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8" y="2190750"/>
            <a:ext cx="1793875" cy="561975"/>
          </a:xfrm>
          <a:noFill/>
          <a:ln>
            <a:noFill/>
          </a:ln>
        </p:spPr>
        <p:txBody>
          <a:bodyPr tIns="36000" rtlCol="0" anchor="t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항목 제목</a:t>
            </a:r>
            <a:endParaRPr lang="ko-KR" altLang="en-ZA" noProof="0" dirty="0"/>
          </a:p>
        </p:txBody>
      </p:sp>
      <p:sp>
        <p:nvSpPr>
          <p:cNvPr id="50" name="텍스트 개체 틀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395728" y="2531196"/>
            <a:ext cx="1724394" cy="18580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연도 월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3 구성원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3945" y="3995705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직함</a:t>
            </a:r>
            <a:endParaRPr lang="ko-KR" altLang="en-US" noProof="0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5887" y="3995705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제목</a:t>
            </a:r>
            <a:endParaRPr lang="ko-KR" altLang="en-US" noProof="0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07829" y="3991240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직함</a:t>
            </a:r>
            <a:endParaRPr lang="ko-KR" altLang="en-US" noProof="0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3945" y="3424428"/>
            <a:ext cx="1964170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이름</a:t>
            </a:r>
            <a:endParaRPr lang="ko-KR" altLang="en-ZA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5887" y="3424428"/>
            <a:ext cx="1964171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이름</a:t>
            </a:r>
            <a:endParaRPr lang="ko-KR" altLang="en-ZA" noProof="0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7830" y="3424428"/>
            <a:ext cx="1964170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이름</a:t>
            </a:r>
            <a:endParaRPr lang="ko-KR" altLang="en-ZA" noProof="0" dirty="0"/>
          </a:p>
        </p:txBody>
      </p:sp>
      <p:sp>
        <p:nvSpPr>
          <p:cNvPr id="24" name="그림 개체 틀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1800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5" name="그림 개체 틀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83742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6" name="그림 개체 틀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35683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3945" y="4311393"/>
            <a:ext cx="1964172" cy="1130300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간략한 소개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5887" y="4311393"/>
            <a:ext cx="1963737" cy="11303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ko-KR" altLang="en-US" noProof="0" dirty="0"/>
              <a:t>간략한 소개</a:t>
            </a:r>
            <a:endParaRPr lang="ko-KR" altLang="en-ZA" noProof="0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07829" y="4311393"/>
            <a:ext cx="1981200" cy="1138238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ko-KR" altLang="en-US" noProof="0" dirty="0"/>
              <a:t>간략한 소개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6 구성원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0113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직함</a:t>
            </a:r>
            <a:endParaRPr lang="ko-KR" altLang="en-US" noProof="0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8426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직함</a:t>
            </a:r>
            <a:endParaRPr lang="ko-KR" altLang="en-US" noProof="0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739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직함</a:t>
            </a:r>
            <a:endParaRPr lang="ko-KR" altLang="en-US" noProof="0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5052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직함</a:t>
            </a:r>
            <a:endParaRPr lang="ko-KR" altLang="en-US" noProof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전체 이름</a:t>
            </a:r>
            <a:endParaRPr lang="ko-KR" altLang="en-ZA" noProof="0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0113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 smtClean="0"/>
              <a:t>전체 이름</a:t>
            </a:r>
            <a:endParaRPr lang="ko-KR" altLang="en-US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48426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 smtClean="0"/>
              <a:t>전체 이름</a:t>
            </a:r>
            <a:endParaRPr lang="ko-KR" altLang="en-US" noProof="0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6739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 smtClean="0"/>
              <a:t>전체 이름</a:t>
            </a:r>
            <a:endParaRPr lang="ko-KR" altLang="en-US" noProof="0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5052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 smtClean="0"/>
              <a:t>전체 이름</a:t>
            </a:r>
            <a:endParaRPr lang="ko-KR" altLang="en-US" noProof="0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 smtClean="0"/>
              <a:t>제목</a:t>
            </a:r>
            <a:endParaRPr lang="ko-KR" altLang="en-US" noProof="0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7088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4" name="그림 개체 틀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2540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5" name="그림 개체 틀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33714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6" name="그림 개체 틀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42027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7" name="그림 개체 틀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50340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0" name="그림 개체 틀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25865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3363" y="3925888"/>
            <a:ext cx="1800000" cy="504825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ko-KR" altLang="en-US" noProof="0" dirty="0"/>
              <a:t>전체 이름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73363" y="4505325"/>
            <a:ext cx="1800000" cy="900113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lvl="0" rtl="0"/>
            <a:r>
              <a:rPr lang="ko-KR" altLang="en-US" noProof="0" dirty="0"/>
              <a:t>제목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부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10161654" y="-236402"/>
            <a:ext cx="1957093" cy="139981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9799840" y="198216"/>
            <a:ext cx="748251" cy="780669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9854193" y="80859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11753205" y="112024"/>
            <a:ext cx="332291" cy="24788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10313236" y="1084299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9844293" y="1032301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10081798" y="798094"/>
            <a:ext cx="37136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 표시, 그래픽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ZA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감사합니다!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 smtClean="0"/>
              <a:t>여기에 이미지 삽입 또는 끌어서 놓기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6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rtlCol="0" anchor="b" anchorCtr="0"/>
          <a:lstStyle>
            <a:lvl1pPr algn="r">
              <a:defRPr sz="66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dirty="0"/>
              <a:t>감사합니다</a:t>
            </a:r>
            <a:r>
              <a:rPr lang="en-US" altLang="ko-KR" noProof="0" dirty="0"/>
              <a:t>!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7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 rtlCol="0"/>
          <a:lstStyle>
            <a:lvl1pPr marL="0" indent="0" algn="r">
              <a:buNone/>
              <a:defRPr sz="21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ZA" noProof="0" dirty="0"/>
          </a:p>
        </p:txBody>
      </p:sp>
      <p:cxnSp>
        <p:nvCxnSpPr>
          <p:cNvPr id="5" name="직선 연결선(S)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0" y="4142258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연락처 번호</a:t>
            </a:r>
            <a:endParaRPr lang="ko-KR" altLang="en-ZA" noProof="0" dirty="0"/>
          </a:p>
        </p:txBody>
      </p:sp>
      <p:sp>
        <p:nvSpPr>
          <p:cNvPr id="9" name="텍스트 개체 틀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0" y="4448040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전자 메일 또는 소셜 미디어 핸들</a:t>
            </a:r>
            <a:endParaRPr lang="ko-KR" altLang="en-ZA" noProof="0" dirty="0"/>
          </a:p>
        </p:txBody>
      </p:sp>
      <p:sp>
        <p:nvSpPr>
          <p:cNvPr id="8" name="그림 개체 틀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dirty="0" smtClean="0"/>
              <a:t>로고</a:t>
            </a:r>
            <a:endParaRPr lang="ko-KR" altLang="en-US" noProof="0" dirty="0"/>
          </a:p>
        </p:txBody>
      </p:sp>
      <p:sp>
        <p:nvSpPr>
          <p:cNvPr id="10" name="텍스트 개체 틀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0" y="4753821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웹 사이트 주소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팔각형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  <a:endParaRPr lang="ko-KR" altLang="en-ZA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4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en-ZA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369" y="6155190"/>
            <a:ext cx="432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텍스트 상자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ko-KR" altLang="en-US" sz="1200" noProof="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여기에 로고 또는 이름 삽입</a:t>
            </a:r>
            <a:endParaRPr lang="ko-KR" altLang="en-US" sz="1200" noProof="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68" r:id="rId8"/>
    <p:sldLayoutId id="2147483670" r:id="rId9"/>
    <p:sldLayoutId id="2147483653" r:id="rId10"/>
    <p:sldLayoutId id="2147483673" r:id="rId11"/>
    <p:sldLayoutId id="2147483674" r:id="rId12"/>
    <p:sldLayoutId id="2147483676" r:id="rId13"/>
    <p:sldLayoutId id="2147483677" r:id="rId14"/>
    <p:sldLayoutId id="2147483654" r:id="rId15"/>
    <p:sldLayoutId id="2147483660" r:id="rId16"/>
    <p:sldLayoutId id="2147483661" r:id="rId17"/>
    <p:sldLayoutId id="2147483678" r:id="rId1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66700" indent="-2667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42925" indent="-276225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096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763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430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60.sv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4.svg"/><Relationship Id="rId11" Type="http://schemas.openxmlformats.org/officeDocument/2006/relationships/hyperlink" Target="http://www.fabrikcam.com/" TargetMode="External"/><Relationship Id="rId5" Type="http://schemas.openxmlformats.org/officeDocument/2006/relationships/image" Target="../media/image11.png"/><Relationship Id="rId10" Type="http://schemas.openxmlformats.org/officeDocument/2006/relationships/image" Target="../media/image58.sv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개체 틀 19" descr="나무 클로즈업&#10;&#10;높은 신뢰도로 생성된 설명">
            <a:extLst>
              <a:ext uri="{FF2B5EF4-FFF2-40B4-BE49-F238E27FC236}">
                <a16:creationId xmlns:a16="http://schemas.microsoft.com/office/drawing/2014/main" id="{3072B96B-8E35-4D15-80A0-1DD4745F75B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프레젠테이션 </a:t>
            </a:r>
            <a:br>
              <a:rPr lang="ko-KR" altLang="en-US" dirty="0"/>
            </a:br>
            <a:r>
              <a:rPr lang="ko-KR" altLang="en-US" dirty="0"/>
              <a:t>제목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59089BD-A05A-4E28-AFD9-50A72EA81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89" y="2001190"/>
            <a:ext cx="1034011" cy="703232"/>
          </a:xfrm>
          <a:prstGeom prst="rect">
            <a:avLst/>
          </a:prstGeom>
        </p:spPr>
      </p:pic>
      <p:sp>
        <p:nvSpPr>
          <p:cNvPr id="7" name="부제목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피치 </a:t>
            </a:r>
            <a:r>
              <a:rPr lang="ko-KR" altLang="en-US" dirty="0" err="1"/>
              <a:t>데크</a:t>
            </a:r>
            <a:r>
              <a:rPr lang="ko-KR" altLang="en-US" dirty="0"/>
              <a:t> 기타 정보</a:t>
            </a:r>
            <a:br>
              <a:rPr lang="ko-KR" altLang="en-US" dirty="0"/>
            </a:br>
            <a:r>
              <a:rPr lang="ko-KR" altLang="en-US" dirty="0"/>
              <a:t>두 줄로 확장할 수 있음</a:t>
            </a:r>
          </a:p>
        </p:txBody>
      </p:sp>
      <p:sp>
        <p:nvSpPr>
          <p:cNvPr id="47" name="자유형: 도형 46" title="기하 도형">
            <a:extLst>
              <a:ext uri="{FF2B5EF4-FFF2-40B4-BE49-F238E27FC236}">
                <a16:creationId xmlns:a16="http://schemas.microsoft.com/office/drawing/2014/main" id="{B6D0B8EE-8E06-4051-87BF-62C153F3FBBB}"/>
              </a:ext>
            </a:extLst>
          </p:cNvPr>
          <p:cNvSpPr/>
          <p:nvPr/>
        </p:nvSpPr>
        <p:spPr>
          <a:xfrm rot="4308689">
            <a:off x="5269765" y="1275138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altLang="ko-KR" smtClean="0"/>
              <a:pPr/>
              <a:t>2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96" y="1700754"/>
            <a:ext cx="4382112" cy="11241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12094" y="1700754"/>
            <a:ext cx="412478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Word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파일이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개 문서로 통으로 읽고 있어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검색 결과가 없음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</a:p>
          <a:p>
            <a:pPr algn="l"/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035" y="3049955"/>
            <a:ext cx="6754168" cy="2172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03588" y="3898197"/>
            <a:ext cx="412478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‘\n’ , ‘.’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기준으로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sentence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나누고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이를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embedding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24" y="5365535"/>
            <a:ext cx="61912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3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altLang="ko-KR" smtClean="0"/>
              <a:pPr/>
              <a:t>3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69842" y="1285461"/>
            <a:ext cx="10429461" cy="927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엉뚱한 답변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r>
              <a:rPr lang="en-US" altLang="ko-KR" dirty="0" err="1"/>
              <a:t>emdeding_id</a:t>
            </a:r>
            <a:r>
              <a:rPr lang="en-US" altLang="ko-KR" dirty="0"/>
              <a:t> = "sentence-transformers/paraphrase-multilingual-MiniLM-L12-v2"</a:t>
            </a:r>
          </a:p>
          <a:p>
            <a:pPr algn="l"/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64" y="2098407"/>
            <a:ext cx="5088836" cy="16625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469" y="3772852"/>
            <a:ext cx="10429461" cy="927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한글 질문에 좀 더 적합한 모델로 변경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r>
              <a:rPr lang="en-US" altLang="ko-KR" dirty="0" err="1">
                <a:solidFill>
                  <a:srgbClr val="CCCCCC"/>
                </a:solidFill>
                <a:latin typeface="Consolas" panose="020B0609020204030204" pitchFamily="49" charset="0"/>
              </a:rPr>
              <a:t>emdeding_id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jhgan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/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ko-sbert-sts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2" y="4333748"/>
            <a:ext cx="678274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1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n-ZA" altLang="ko-KR" noProof="0" smtClean="0"/>
              <a:pPr rtl="0"/>
              <a:t>4</a:t>
            </a:fld>
            <a:endParaRPr lang="ko-KR" altLang="en-US" noProof="0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1561342"/>
            <a:ext cx="3455670" cy="9569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22595" y="2751803"/>
            <a:ext cx="10429461" cy="927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File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내 캡쳐 이미지 추출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004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개체 틀 18" descr="자연 풍경 그림&#10;&#10;높은 신뢰도로 생성된 설명">
            <a:extLst>
              <a:ext uri="{FF2B5EF4-FFF2-40B4-BE49-F238E27FC236}">
                <a16:creationId xmlns:a16="http://schemas.microsoft.com/office/drawing/2014/main" id="{7DD607C7-7CF7-4A0F-BFF7-6F3C46205E6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" r="11"/>
          <a:stretch>
            <a:fillRect/>
          </a:stretch>
        </p:blipFill>
        <p:spPr/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 smtClean="0"/>
              <a:t>감사합니다</a:t>
            </a:r>
            <a:r>
              <a:rPr lang="en-US" altLang="ko-KR" dirty="0" smtClean="0"/>
              <a:t>!</a:t>
            </a:r>
            <a:endParaRPr lang="en-US" altLang="ko-KR" dirty="0"/>
          </a:p>
        </p:txBody>
      </p:sp>
      <p:cxnSp>
        <p:nvCxnSpPr>
          <p:cNvPr id="5" name="직선 연결선(S) 4" descr="구분선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개체 틀 28">
            <a:extLst>
              <a:ext uri="{FF2B5EF4-FFF2-40B4-BE49-F238E27FC236}">
                <a16:creationId xmlns:a16="http://schemas.microsoft.com/office/drawing/2014/main" id="{F7A1C9A3-D9CA-3245-A622-A160A2C4AC8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tretch>
            <a:fillRect/>
          </a:stretch>
        </p:blipFill>
        <p:spPr>
          <a:xfrm>
            <a:off x="8065008" y="2591534"/>
            <a:ext cx="1344168" cy="696523"/>
          </a:xfrm>
        </p:spPr>
      </p:pic>
      <p:sp>
        <p:nvSpPr>
          <p:cNvPr id="7" name="부제목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 smtClean="0"/>
              <a:t>조지민</a:t>
            </a:r>
            <a:endParaRPr lang="ko-KR" altLang="en-US" dirty="0"/>
          </a:p>
        </p:txBody>
      </p:sp>
      <p:pic>
        <p:nvPicPr>
          <p:cNvPr id="13" name="그래픽 12" descr="사용자" title="아이콘 - 발표자 이름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4624" y="3886690"/>
            <a:ext cx="164463" cy="164463"/>
          </a:xfrm>
          <a:prstGeom prst="rect">
            <a:avLst/>
          </a:prstGeom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50F9D0C-7F14-4B83-A0A3-5710128C8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+1 23 987 6554</a:t>
            </a:r>
            <a:endParaRPr lang="en-US" altLang="ko-KR" dirty="0"/>
          </a:p>
        </p:txBody>
      </p:sp>
      <p:pic>
        <p:nvPicPr>
          <p:cNvPr id="15" name="그래픽 14" descr="휴대폰" title="아이콘 - 발표자 전화 번호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4624" y="4196776"/>
            <a:ext cx="164463" cy="164463"/>
          </a:xfrm>
          <a:prstGeom prst="rect">
            <a:avLst/>
          </a:prstGeom>
        </p:spPr>
      </p:pic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ko-KR" altLang="en-US" dirty="0" smtClean="0"/>
              <a:t>지민</a:t>
            </a:r>
            <a:r>
              <a:rPr lang="en-US" altLang="ko-KR" dirty="0" smtClean="0"/>
              <a:t>@email.com</a:t>
            </a:r>
            <a:endParaRPr lang="en-US" altLang="ko-KR" dirty="0"/>
          </a:p>
        </p:txBody>
      </p:sp>
      <p:pic>
        <p:nvPicPr>
          <p:cNvPr id="14" name="그래픽 13" descr="봉투" title="발표자 전자 메일 아이콘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84624" y="4530964"/>
            <a:ext cx="164463" cy="164463"/>
          </a:xfrm>
          <a:prstGeom prst="rect">
            <a:avLst/>
          </a:prstGeom>
        </p:spPr>
      </p:pic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n-US" altLang="ko-KR" dirty="0" smtClean="0">
                <a:hlinkClick r:id="rId11"/>
              </a:rPr>
              <a:t>www.fabrikam.com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0" name="그래픽 29" descr="세계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78999" y="4843614"/>
            <a:ext cx="170088" cy="17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9716240_TF16411175.potx" id="{2F727159-B4B2-45D8-A163-ABEEA6822E57}" vid="{24BD772C-EB44-4D55-AA09-B81AA5E53BF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Verdant 발표 데크</Template>
  <TotalTime>0</TotalTime>
  <Words>71</Words>
  <Application>Microsoft Office PowerPoint</Application>
  <PresentationFormat>와이드스크린</PresentationFormat>
  <Paragraphs>20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Arial</vt:lpstr>
      <vt:lpstr>Calibri Light</vt:lpstr>
      <vt:lpstr>Consolas</vt:lpstr>
      <vt:lpstr>Rockwell</vt:lpstr>
      <vt:lpstr>Times New Roman</vt:lpstr>
      <vt:lpstr>Office 테마</vt:lpstr>
      <vt:lpstr>프레젠테이션  제목</vt:lpstr>
      <vt:lpstr>PowerPoint 프레젠테이션</vt:lpstr>
      <vt:lpstr>PowerPoint 프레젠테이션</vt:lpstr>
      <vt:lpstr>PowerPoint 프레젠테이션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2025-11-25T12:45:17Z</dcterms:created>
  <dcterms:modified xsi:type="dcterms:W3CDTF">2025-11-25T16:13:18Z</dcterms:modified>
</cp:coreProperties>
</file>